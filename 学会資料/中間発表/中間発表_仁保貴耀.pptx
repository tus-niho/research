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6" r:id="rId2"/>
  </p:sldMasterIdLst>
  <p:notesMasterIdLst>
    <p:notesMasterId r:id="rId6"/>
  </p:notesMasterIdLst>
  <p:sldIdLst>
    <p:sldId id="298" r:id="rId3"/>
    <p:sldId id="295" r:id="rId4"/>
    <p:sldId id="297" r:id="rId5"/>
  </p:sldIdLst>
  <p:sldSz cx="12192000" cy="6858000"/>
  <p:notesSz cx="6742113" cy="98758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FF8A"/>
    <a:srgbClr val="01EF5C"/>
    <a:srgbClr val="0099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64" autoAdjust="0"/>
    <p:restoredTop sz="80709" autoAdjust="0"/>
  </p:normalViewPr>
  <p:slideViewPr>
    <p:cSldViewPr snapToGrid="0">
      <p:cViewPr>
        <p:scale>
          <a:sx n="47" d="100"/>
          <a:sy n="47" d="100"/>
        </p:scale>
        <p:origin x="144" y="394"/>
      </p:cViewPr>
      <p:guideLst/>
    </p:cSldViewPr>
  </p:slideViewPr>
  <p:notesTextViewPr>
    <p:cViewPr>
      <p:scale>
        <a:sx n="75" d="100"/>
        <a:sy n="75" d="100"/>
      </p:scale>
      <p:origin x="0" y="0"/>
    </p:cViewPr>
  </p:notesTextViewPr>
  <p:sorterViewPr>
    <p:cViewPr>
      <p:scale>
        <a:sx n="58" d="100"/>
        <a:sy n="58" d="100"/>
      </p:scale>
      <p:origin x="0" y="-93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21582" cy="495507"/>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8971" y="0"/>
            <a:ext cx="2921582" cy="495507"/>
          </a:xfrm>
          <a:prstGeom prst="rect">
            <a:avLst/>
          </a:prstGeom>
        </p:spPr>
        <p:txBody>
          <a:bodyPr vert="horz" lIns="91440" tIns="45720" rIns="91440" bIns="45720" rtlCol="0"/>
          <a:lstStyle>
            <a:lvl1pPr algn="r">
              <a:defRPr sz="1200"/>
            </a:lvl1pPr>
          </a:lstStyle>
          <a:p>
            <a:fld id="{DDD7B4A7-10A9-47F5-97A1-1773AB1BA76A}" type="datetimeFigureOut">
              <a:rPr kumimoji="1" lang="ja-JP" altLang="en-US" smtClean="0"/>
              <a:t>2026/1/7</a:t>
            </a:fld>
            <a:endParaRPr kumimoji="1" lang="ja-JP" altLang="en-US"/>
          </a:p>
        </p:txBody>
      </p:sp>
      <p:sp>
        <p:nvSpPr>
          <p:cNvPr id="4" name="スライド イメージ プレースホルダー 3"/>
          <p:cNvSpPr>
            <a:spLocks noGrp="1" noRot="1" noChangeAspect="1"/>
          </p:cNvSpPr>
          <p:nvPr>
            <p:ph type="sldImg" idx="2"/>
          </p:nvPr>
        </p:nvSpPr>
        <p:spPr>
          <a:xfrm>
            <a:off x="409575" y="1235075"/>
            <a:ext cx="5922963" cy="333216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4212" y="4752747"/>
            <a:ext cx="5393690" cy="388861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80333"/>
            <a:ext cx="2921582" cy="495506"/>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8971" y="9380333"/>
            <a:ext cx="2921582" cy="495506"/>
          </a:xfrm>
          <a:prstGeom prst="rect">
            <a:avLst/>
          </a:prstGeom>
        </p:spPr>
        <p:txBody>
          <a:bodyPr vert="horz" lIns="91440" tIns="45720" rIns="91440" bIns="45720" rtlCol="0" anchor="b"/>
          <a:lstStyle>
            <a:lvl1pPr algn="r">
              <a:defRPr sz="1200"/>
            </a:lvl1pPr>
          </a:lstStyle>
          <a:p>
            <a:fld id="{B484B192-A1FE-4DE6-801C-D1C1654B3BCB}" type="slidenum">
              <a:rPr kumimoji="1" lang="ja-JP" altLang="en-US" smtClean="0"/>
              <a:t>‹#›</a:t>
            </a:fld>
            <a:endParaRPr kumimoji="1" lang="ja-JP" altLang="en-US"/>
          </a:p>
        </p:txBody>
      </p:sp>
    </p:spTree>
    <p:extLst>
      <p:ext uri="{BB962C8B-B14F-4D97-AF65-F5344CB8AC3E}">
        <p14:creationId xmlns:p14="http://schemas.microsoft.com/office/powerpoint/2010/main" val="340518487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まず研究の背景です</a:t>
            </a:r>
            <a:endParaRPr kumimoji="1" lang="en-US" altLang="ja-JP" dirty="0"/>
          </a:p>
          <a:p>
            <a:r>
              <a:rPr kumimoji="1" lang="ja-JP" altLang="en-US" dirty="0"/>
              <a:t>せん妄という疾患は、治療中に短期的かつ突発的に発症する認知症のような精神症状です。せん妄の発症の発見が遅れると、点滴を自己抜去したり、転倒したりといったケガの原因となることや、認知症の進行を促進させる可能性も報告されています。</a:t>
            </a:r>
            <a:endParaRPr kumimoji="1" lang="en-US" altLang="ja-JP" dirty="0"/>
          </a:p>
          <a:p>
            <a:endParaRPr kumimoji="1" lang="en-US" altLang="ja-JP" dirty="0"/>
          </a:p>
          <a:p>
            <a:r>
              <a:rPr kumimoji="1" lang="ja-JP" altLang="en-US" dirty="0"/>
              <a:t>せん妄という病気の特徴として、専門医でないと判別が難しく、看護師の判断では</a:t>
            </a:r>
            <a:r>
              <a:rPr kumimoji="1" lang="en-US" altLang="ja-JP" dirty="0"/>
              <a:t>50</a:t>
            </a:r>
            <a:r>
              <a:rPr kumimoji="1" lang="ja-JP" altLang="en-US" dirty="0"/>
              <a:t>％ほどであり、見落としや誤診が多くなっています。</a:t>
            </a:r>
            <a:endParaRPr kumimoji="1" lang="en-US" altLang="ja-JP" dirty="0"/>
          </a:p>
          <a:p>
            <a:r>
              <a:rPr kumimoji="1" lang="ja-JP" altLang="en-US" dirty="0"/>
              <a:t>専門医の知見によると、せん妄患者の表情筋の変化が遅いことや反応潜時が延長するといったことがわかっています。</a:t>
            </a:r>
            <a:endParaRPr kumimoji="1" lang="en-US" altLang="ja-JP" dirty="0"/>
          </a:p>
          <a:p>
            <a:r>
              <a:rPr kumimoji="1" lang="ja-JP" altLang="en-US" dirty="0"/>
              <a:t>そこで、この特徴を定量化し、機械学習による高精度かつ自動的にせん妄を判別したいという研究背景があります。</a:t>
            </a:r>
            <a:endParaRPr kumimoji="1" lang="en-US" altLang="ja-JP" dirty="0"/>
          </a:p>
        </p:txBody>
      </p:sp>
      <p:sp>
        <p:nvSpPr>
          <p:cNvPr id="4" name="スライド番号プレースホルダー 3"/>
          <p:cNvSpPr>
            <a:spLocks noGrp="1"/>
          </p:cNvSpPr>
          <p:nvPr>
            <p:ph type="sldNum" sz="quarter" idx="5"/>
          </p:nvPr>
        </p:nvSpPr>
        <p:spPr/>
        <p:txBody>
          <a:bodyPr/>
          <a:lstStyle/>
          <a:p>
            <a:fld id="{B484B192-A1FE-4DE6-801C-D1C1654B3BCB}" type="slidenum">
              <a:rPr kumimoji="1" lang="ja-JP" altLang="en-US" smtClean="0"/>
              <a:t>2</a:t>
            </a:fld>
            <a:endParaRPr kumimoji="1" lang="ja-JP" altLang="en-US"/>
          </a:p>
        </p:txBody>
      </p:sp>
    </p:spTree>
    <p:extLst>
      <p:ext uri="{BB962C8B-B14F-4D97-AF65-F5344CB8AC3E}">
        <p14:creationId xmlns:p14="http://schemas.microsoft.com/office/powerpoint/2010/main" val="4268594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F2083-CCA1-7E0F-7316-8FE31C561E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154E769-A6AD-0CE5-0341-FE40383191A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5B91F0-EE29-435D-5F2A-0D7868791B93}"/>
              </a:ext>
            </a:extLst>
          </p:cNvPr>
          <p:cNvSpPr>
            <a:spLocks noGrp="1"/>
          </p:cNvSpPr>
          <p:nvPr>
            <p:ph type="body" idx="1"/>
          </p:nvPr>
        </p:nvSpPr>
        <p:spPr/>
        <p:txBody>
          <a:bodyPr/>
          <a:lstStyle/>
          <a:p>
            <a:r>
              <a:rPr kumimoji="1" lang="ja-JP" altLang="en-US" dirty="0"/>
              <a:t>そして、この問題に対して、最終的に、せん妄、非せん妄患者の両方を高精度で判別するモデルを構築することが目的となっています。</a:t>
            </a:r>
            <a:endParaRPr kumimoji="1" lang="en-US" altLang="ja-JP" dirty="0"/>
          </a:p>
          <a:p>
            <a:r>
              <a:rPr kumimoji="1" lang="ja-JP" altLang="en-US" dirty="0"/>
              <a:t>具体的には、感度、特異度という評価指標で</a:t>
            </a:r>
            <a:r>
              <a:rPr kumimoji="1" lang="en-US" altLang="ja-JP" dirty="0"/>
              <a:t>80</a:t>
            </a:r>
            <a:r>
              <a:rPr kumimoji="1" lang="ja-JP" altLang="en-US" dirty="0"/>
              <a:t>％以上</a:t>
            </a:r>
            <a:endParaRPr kumimoji="1" lang="en-US" altLang="ja-JP" dirty="0"/>
          </a:p>
          <a:p>
            <a:endParaRPr kumimoji="1" lang="en-US" altLang="ja-JP" dirty="0"/>
          </a:p>
          <a:p>
            <a:r>
              <a:rPr kumimoji="1" lang="en-US" altLang="ja-JP" dirty="0"/>
              <a:t>Boruta</a:t>
            </a:r>
            <a:r>
              <a:rPr kumimoji="1" lang="ja-JP" altLang="en-US" dirty="0"/>
              <a:t>という方法を試している</a:t>
            </a:r>
          </a:p>
        </p:txBody>
      </p:sp>
      <p:sp>
        <p:nvSpPr>
          <p:cNvPr id="4" name="スライド番号プレースホルダー 3">
            <a:extLst>
              <a:ext uri="{FF2B5EF4-FFF2-40B4-BE49-F238E27FC236}">
                <a16:creationId xmlns:a16="http://schemas.microsoft.com/office/drawing/2014/main" id="{50B21A37-A82D-B74B-93C6-21A09008FE00}"/>
              </a:ext>
            </a:extLst>
          </p:cNvPr>
          <p:cNvSpPr>
            <a:spLocks noGrp="1"/>
          </p:cNvSpPr>
          <p:nvPr>
            <p:ph type="sldNum" sz="quarter" idx="5"/>
          </p:nvPr>
        </p:nvSpPr>
        <p:spPr/>
        <p:txBody>
          <a:bodyPr/>
          <a:lstStyle/>
          <a:p>
            <a:fld id="{B484B192-A1FE-4DE6-801C-D1C1654B3BCB}" type="slidenum">
              <a:rPr kumimoji="1" lang="ja-JP" altLang="en-US" smtClean="0"/>
              <a:t>3</a:t>
            </a:fld>
            <a:endParaRPr kumimoji="1" lang="ja-JP" altLang="en-US"/>
          </a:p>
        </p:txBody>
      </p:sp>
    </p:spTree>
    <p:extLst>
      <p:ext uri="{BB962C8B-B14F-4D97-AF65-F5344CB8AC3E}">
        <p14:creationId xmlns:p14="http://schemas.microsoft.com/office/powerpoint/2010/main" val="14892229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page" preserve="1" userDrawn="1">
  <p:cSld name="表紙-日本語">
    <p:spTree>
      <p:nvGrpSpPr>
        <p:cNvPr id="1" name="Shape 16"/>
        <p:cNvGrpSpPr/>
        <p:nvPr/>
      </p:nvGrpSpPr>
      <p:grpSpPr>
        <a:xfrm>
          <a:off x="0" y="0"/>
          <a:ext cx="0" cy="0"/>
          <a:chOff x="0" y="0"/>
          <a:chExt cx="0" cy="0"/>
        </a:xfrm>
      </p:grpSpPr>
      <p:sp>
        <p:nvSpPr>
          <p:cNvPr id="12" name="テキスト プレースホルダー 11">
            <a:extLst>
              <a:ext uri="{FF2B5EF4-FFF2-40B4-BE49-F238E27FC236}">
                <a16:creationId xmlns:a16="http://schemas.microsoft.com/office/drawing/2014/main" id="{BB5563CF-3B6C-B77C-FE8A-88D2A7B8A7DC}"/>
              </a:ext>
            </a:extLst>
          </p:cNvPr>
          <p:cNvSpPr>
            <a:spLocks noGrp="1"/>
          </p:cNvSpPr>
          <p:nvPr>
            <p:ph type="body" sz="quarter" idx="10" hasCustomPrompt="1"/>
          </p:nvPr>
        </p:nvSpPr>
        <p:spPr>
          <a:xfrm>
            <a:off x="1429162" y="719025"/>
            <a:ext cx="7776000" cy="203133"/>
          </a:xfrm>
        </p:spPr>
        <p:txBody>
          <a:bodyPr>
            <a:spAutoFit/>
          </a:bodyPr>
          <a:lstStyle>
            <a:lvl1pPr>
              <a:lnSpc>
                <a:spcPct val="100000"/>
              </a:lnSpc>
              <a:spcAft>
                <a:spcPts val="600"/>
              </a:spcAft>
              <a:defRPr sz="1200" b="0">
                <a:latin typeface="Calibri" panose="020F0502020204030204" pitchFamily="34" charset="0"/>
                <a:ea typeface="+mj-ea"/>
                <a:cs typeface="Calibri" panose="020F0502020204030204" pitchFamily="34" charset="0"/>
              </a:defRPr>
            </a:lvl1pPr>
          </a:lstStyle>
          <a:p>
            <a:pPr lvl="0" algn="l">
              <a:lnSpc>
                <a:spcPct val="120000"/>
              </a:lnSpc>
              <a:spcBef>
                <a:spcPts val="0"/>
              </a:spcBef>
            </a:pPr>
            <a:r>
              <a:rPr lang="ja-JP" altLang="en-US" sz="1200" b="0" dirty="0">
                <a:ln w="0"/>
                <a:latin typeface="Calibri" panose="020F0502020204030204" pitchFamily="34" charset="0"/>
                <a:ea typeface="Calibri" panose="020F0502020204030204" pitchFamily="34" charset="0"/>
                <a:cs typeface="Calibri" panose="020F0502020204030204" pitchFamily="34" charset="0"/>
              </a:rPr>
              <a:t>会議名など</a:t>
            </a:r>
            <a:r>
              <a:rPr lang="en-US" altLang="ja-JP" sz="1200" b="0" dirty="0">
                <a:ln w="0"/>
                <a:latin typeface="Calibri" panose="020F0502020204030204" pitchFamily="34" charset="0"/>
                <a:ea typeface="Calibri" panose="020F0502020204030204" pitchFamily="34" charset="0"/>
                <a:cs typeface="Calibri" panose="020F0502020204030204" pitchFamily="34" charset="0"/>
              </a:rPr>
              <a:t>.</a:t>
            </a:r>
            <a:endParaRPr lang="ja-JP" altLang="en-US" sz="1200" b="1" dirty="0">
              <a:ln w="0"/>
              <a:latin typeface="+mj-ea"/>
              <a:ea typeface="+mj-ea"/>
              <a:cs typeface="+mn-cs"/>
            </a:endParaRPr>
          </a:p>
        </p:txBody>
      </p:sp>
      <p:grpSp>
        <p:nvGrpSpPr>
          <p:cNvPr id="6" name="グループ化 5">
            <a:extLst>
              <a:ext uri="{FF2B5EF4-FFF2-40B4-BE49-F238E27FC236}">
                <a16:creationId xmlns:a16="http://schemas.microsoft.com/office/drawing/2014/main" id="{0BBA0555-0B37-98C9-DCEB-CD45EA17E12C}"/>
              </a:ext>
            </a:extLst>
          </p:cNvPr>
          <p:cNvGrpSpPr/>
          <p:nvPr userDrawn="1"/>
        </p:nvGrpSpPr>
        <p:grpSpPr>
          <a:xfrm>
            <a:off x="1429162" y="974353"/>
            <a:ext cx="10660169" cy="45719"/>
            <a:chOff x="3317787" y="1004565"/>
            <a:chExt cx="7776000" cy="36000"/>
          </a:xfrm>
        </p:grpSpPr>
        <p:sp>
          <p:nvSpPr>
            <p:cNvPr id="8" name="四角形: 上の 2 つの角を丸める 7">
              <a:extLst>
                <a:ext uri="{FF2B5EF4-FFF2-40B4-BE49-F238E27FC236}">
                  <a16:creationId xmlns:a16="http://schemas.microsoft.com/office/drawing/2014/main" id="{B4BC1780-63E0-C8D3-51CE-12277578CC4F}"/>
                </a:ext>
              </a:extLst>
            </p:cNvPr>
            <p:cNvSpPr/>
            <p:nvPr/>
          </p:nvSpPr>
          <p:spPr>
            <a:xfrm rot="16200000">
              <a:off x="3767787" y="554565"/>
              <a:ext cx="36000" cy="9360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9" name="四角形: 上の 2 つの角を丸める 8">
              <a:extLst>
                <a:ext uri="{FF2B5EF4-FFF2-40B4-BE49-F238E27FC236}">
                  <a16:creationId xmlns:a16="http://schemas.microsoft.com/office/drawing/2014/main" id="{758A21C0-04FA-11B2-DE06-1E4FE942A0F7}"/>
                </a:ext>
              </a:extLst>
            </p:cNvPr>
            <p:cNvSpPr/>
            <p:nvPr/>
          </p:nvSpPr>
          <p:spPr>
            <a:xfrm rot="5400000">
              <a:off x="7655787" y="-2397435"/>
              <a:ext cx="36000" cy="68400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sp>
        <p:nvSpPr>
          <p:cNvPr id="14" name="四角形: 上の 2 つの角を丸める 13">
            <a:extLst>
              <a:ext uri="{FF2B5EF4-FFF2-40B4-BE49-F238E27FC236}">
                <a16:creationId xmlns:a16="http://schemas.microsoft.com/office/drawing/2014/main" id="{AD30AB57-41C2-D6B3-DCF5-B2B4925246B7}"/>
              </a:ext>
            </a:extLst>
          </p:cNvPr>
          <p:cNvSpPr/>
          <p:nvPr userDrawn="1"/>
        </p:nvSpPr>
        <p:spPr>
          <a:xfrm>
            <a:off x="1847118" y="5026099"/>
            <a:ext cx="36000" cy="5994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15" name="四角形: 上の 2 つの角を丸める 14">
            <a:extLst>
              <a:ext uri="{FF2B5EF4-FFF2-40B4-BE49-F238E27FC236}">
                <a16:creationId xmlns:a16="http://schemas.microsoft.com/office/drawing/2014/main" id="{FA86BEF4-A728-A6BE-F436-4C1392A9B840}"/>
              </a:ext>
            </a:extLst>
          </p:cNvPr>
          <p:cNvSpPr/>
          <p:nvPr userDrawn="1"/>
        </p:nvSpPr>
        <p:spPr>
          <a:xfrm rot="10800000">
            <a:off x="1847118" y="5625499"/>
            <a:ext cx="36000" cy="5994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16" name="タイトル 15">
            <a:extLst>
              <a:ext uri="{FF2B5EF4-FFF2-40B4-BE49-F238E27FC236}">
                <a16:creationId xmlns:a16="http://schemas.microsoft.com/office/drawing/2014/main" id="{B32670ED-20BF-F759-345C-219B2523044B}"/>
              </a:ext>
            </a:extLst>
          </p:cNvPr>
          <p:cNvSpPr>
            <a:spLocks noGrp="1"/>
          </p:cNvSpPr>
          <p:nvPr>
            <p:ph type="title" hasCustomPrompt="1"/>
          </p:nvPr>
        </p:nvSpPr>
        <p:spPr>
          <a:xfrm>
            <a:off x="1429162" y="1521558"/>
            <a:ext cx="9126167" cy="689420"/>
          </a:xfrm>
        </p:spPr>
        <p:txBody>
          <a:bodyPr/>
          <a:lstStyle>
            <a:lvl1pPr>
              <a:lnSpc>
                <a:spcPct val="120000"/>
              </a:lnSpc>
              <a:spcAft>
                <a:spcPts val="0"/>
              </a:spcAft>
              <a:defRPr sz="4000">
                <a:latin typeface="Calibri" panose="020F0502020204030204" pitchFamily="34" charset="0"/>
                <a:cs typeface="Calibri" panose="020F0502020204030204" pitchFamily="34" charset="0"/>
              </a:defRPr>
            </a:lvl1pPr>
          </a:lstStyle>
          <a:p>
            <a:r>
              <a:rPr kumimoji="1" lang="ja-JP" altLang="en-US" dirty="0"/>
              <a:t>タイトル</a:t>
            </a:r>
          </a:p>
        </p:txBody>
      </p:sp>
      <p:pic>
        <p:nvPicPr>
          <p:cNvPr id="3" name="グラフィックス 2">
            <a:extLst>
              <a:ext uri="{FF2B5EF4-FFF2-40B4-BE49-F238E27FC236}">
                <a16:creationId xmlns:a16="http://schemas.microsoft.com/office/drawing/2014/main" id="{09B4EFBA-6FC0-DCAE-952E-2298FE98CEA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99587" y="171869"/>
            <a:ext cx="924324" cy="924324"/>
          </a:xfrm>
          <a:prstGeom prst="rect">
            <a:avLst/>
          </a:prstGeom>
        </p:spPr>
      </p:pic>
      <p:sp>
        <p:nvSpPr>
          <p:cNvPr id="17" name="テキスト プレースホルダー 16">
            <a:extLst>
              <a:ext uri="{FF2B5EF4-FFF2-40B4-BE49-F238E27FC236}">
                <a16:creationId xmlns:a16="http://schemas.microsoft.com/office/drawing/2014/main" id="{55434A47-E5E9-F9F5-B13D-EAB97899A760}"/>
              </a:ext>
            </a:extLst>
          </p:cNvPr>
          <p:cNvSpPr>
            <a:spLocks noGrp="1"/>
          </p:cNvSpPr>
          <p:nvPr>
            <p:ph type="body" sz="quarter" idx="11" hasCustomPrompt="1"/>
          </p:nvPr>
        </p:nvSpPr>
        <p:spPr>
          <a:xfrm>
            <a:off x="2027118" y="5284247"/>
            <a:ext cx="8137763" cy="599400"/>
          </a:xfrm>
        </p:spPr>
        <p:txBody>
          <a:bodyPr/>
          <a:lstStyle>
            <a:lvl1pPr>
              <a:defRPr sz="3200">
                <a:latin typeface="Calibri" panose="020F0502020204030204" pitchFamily="34" charset="0"/>
                <a:cs typeface="Calibri" panose="020F0502020204030204" pitchFamily="34" charset="0"/>
              </a:defRPr>
            </a:lvl1pPr>
          </a:lstStyle>
          <a:p>
            <a:pPr lvl="0"/>
            <a:r>
              <a:rPr kumimoji="1" lang="ja-JP" altLang="en-US" dirty="0"/>
              <a:t>著者</a:t>
            </a:r>
          </a:p>
        </p:txBody>
      </p:sp>
    </p:spTree>
    <p:extLst>
      <p:ext uri="{BB962C8B-B14F-4D97-AF65-F5344CB8AC3E}">
        <p14:creationId xmlns:p14="http://schemas.microsoft.com/office/powerpoint/2010/main" val="606366895"/>
      </p:ext>
    </p:extLst>
  </p:cSld>
  <p:clrMapOvr>
    <a:masterClrMapping/>
  </p:clrMapOvr>
  <p:transition spd="slow">
    <p:push/>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次-日本語">
    <p:spTree>
      <p:nvGrpSpPr>
        <p:cNvPr id="1" name=""/>
        <p:cNvGrpSpPr/>
        <p:nvPr/>
      </p:nvGrpSpPr>
      <p:grpSpPr>
        <a:xfrm>
          <a:off x="0" y="0"/>
          <a:ext cx="0" cy="0"/>
          <a:chOff x="0" y="0"/>
          <a:chExt cx="0" cy="0"/>
        </a:xfrm>
      </p:grpSpPr>
      <p:sp>
        <p:nvSpPr>
          <p:cNvPr id="44" name="テキスト プレースホルダー 5">
            <a:extLst>
              <a:ext uri="{FF2B5EF4-FFF2-40B4-BE49-F238E27FC236}">
                <a16:creationId xmlns:a16="http://schemas.microsoft.com/office/drawing/2014/main" id="{BDFF98CB-BFFC-36E4-BB5E-E4BE30A8C529}"/>
              </a:ext>
            </a:extLst>
          </p:cNvPr>
          <p:cNvSpPr txBox="1">
            <a:spLocks/>
          </p:cNvSpPr>
          <p:nvPr userDrawn="1"/>
        </p:nvSpPr>
        <p:spPr>
          <a:xfrm>
            <a:off x="9420409" y="6697781"/>
            <a:ext cx="2345646"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400" rtl="0" eaLnBrk="1" fontAlgn="auto" latinLnBrk="0" hangingPunct="1">
              <a:lnSpc>
                <a:spcPct val="125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3C3C3C"/>
                </a:solidFill>
                <a:effectLst/>
                <a:uLnTx/>
                <a:uFillTx/>
                <a:latin typeface="Bahnschrift" panose="020B0502040204020203" pitchFamily="34" charset="0"/>
                <a:ea typeface="BIZ UDPゴシック"/>
                <a:cs typeface="Arial" panose="020B0604020202020204" pitchFamily="34" charset="0"/>
              </a:rPr>
              <a:t>Copyright © Tokyo University of Science All Rights Reserved.</a:t>
            </a:r>
            <a:endParaRPr kumimoji="1" lang="ja-JP" altLang="en-US" sz="1600" b="0" i="0" u="none" strike="noStrike" kern="1200" cap="none" spc="0" normalizeH="0" baseline="0" noProof="0" dirty="0">
              <a:ln>
                <a:noFill/>
              </a:ln>
              <a:solidFill>
                <a:srgbClr val="3C3C3C"/>
              </a:solidFill>
              <a:effectLst/>
              <a:uLnTx/>
              <a:uFillTx/>
              <a:latin typeface="Bahnschrift" panose="020B0502040204020203" pitchFamily="34" charset="0"/>
              <a:ea typeface="BIZ UDPゴシック"/>
              <a:cs typeface="Arial" panose="020B0604020202020204" pitchFamily="34" charset="0"/>
            </a:endParaRPr>
          </a:p>
        </p:txBody>
      </p:sp>
      <p:sp>
        <p:nvSpPr>
          <p:cNvPr id="2" name="テキスト プレースホルダー 13">
            <a:extLst>
              <a:ext uri="{FF2B5EF4-FFF2-40B4-BE49-F238E27FC236}">
                <a16:creationId xmlns:a16="http://schemas.microsoft.com/office/drawing/2014/main" id="{679A6766-72C6-B377-B4FC-454AC0AF8CA8}"/>
              </a:ext>
            </a:extLst>
          </p:cNvPr>
          <p:cNvSpPr txBox="1">
            <a:spLocks/>
          </p:cNvSpPr>
          <p:nvPr userDrawn="1"/>
        </p:nvSpPr>
        <p:spPr>
          <a:xfrm>
            <a:off x="1055688" y="463352"/>
            <a:ext cx="2020887" cy="553998"/>
          </a:xfrm>
          <a:prstGeom prst="rect">
            <a:avLst/>
          </a:prstGeom>
        </p:spPr>
        <p:txBody>
          <a:bodyPr vert="horz" wrap="square" lIns="0" tIns="0" rIns="0" bIns="0" rtlCol="0">
            <a:spAutoFit/>
          </a:bodyPr>
          <a:lstStyle>
            <a:lvl1pPr marL="0" indent="0" algn="r" defTabSz="914400" rtl="0" eaLnBrk="1" latinLnBrk="0" hangingPunct="1">
              <a:lnSpc>
                <a:spcPct val="100000"/>
              </a:lnSpc>
              <a:spcBef>
                <a:spcPts val="0"/>
              </a:spcBef>
              <a:buFontTx/>
              <a:buNone/>
              <a:defRPr kumimoji="1" sz="30000" kern="1200">
                <a:ln w="19050">
                  <a:solidFill>
                    <a:schemeClr val="tx2"/>
                  </a:solidFill>
                </a:ln>
                <a:no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2pPr>
            <a:lvl3pPr marL="9144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3pPr>
            <a:lvl4pPr marL="13716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4pPr>
            <a:lvl5pPr marL="18288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3600" b="0" i="0" u="none" strike="noStrike" kern="1200" cap="none" spc="0" normalizeH="0" baseline="0" noProof="0" dirty="0">
                <a:ln w="12700">
                  <a:noFill/>
                </a:ln>
                <a:solidFill>
                  <a:srgbClr val="2C4160"/>
                </a:solidFill>
                <a:effectLst/>
                <a:uLnTx/>
                <a:uFillTx/>
                <a:latin typeface="Calibri" panose="020F0502020204030204" pitchFamily="34" charset="0"/>
                <a:ea typeface="Calibri" panose="020F0502020204030204" pitchFamily="34" charset="0"/>
                <a:cs typeface="Calibri" panose="020F0502020204030204" pitchFamily="34" charset="0"/>
              </a:rPr>
              <a:t>Contents</a:t>
            </a:r>
          </a:p>
        </p:txBody>
      </p:sp>
      <p:grpSp>
        <p:nvGrpSpPr>
          <p:cNvPr id="3" name="グループ化 2">
            <a:extLst>
              <a:ext uri="{FF2B5EF4-FFF2-40B4-BE49-F238E27FC236}">
                <a16:creationId xmlns:a16="http://schemas.microsoft.com/office/drawing/2014/main" id="{1232B15D-DCC5-67E5-4B87-5AF8C92DF50B}"/>
              </a:ext>
            </a:extLst>
          </p:cNvPr>
          <p:cNvGrpSpPr/>
          <p:nvPr userDrawn="1"/>
        </p:nvGrpSpPr>
        <p:grpSpPr>
          <a:xfrm rot="16200000">
            <a:off x="1973688" y="217946"/>
            <a:ext cx="36000" cy="1872000"/>
            <a:chOff x="3000911" y="5142393"/>
            <a:chExt cx="36000" cy="1350400"/>
          </a:xfrm>
        </p:grpSpPr>
        <p:sp>
          <p:nvSpPr>
            <p:cNvPr id="4" name="四角形: 上の 2 つの角を丸める 3">
              <a:extLst>
                <a:ext uri="{FF2B5EF4-FFF2-40B4-BE49-F238E27FC236}">
                  <a16:creationId xmlns:a16="http://schemas.microsoft.com/office/drawing/2014/main" id="{272A3A30-97A9-6F09-E574-BEB7C139778C}"/>
                </a:ext>
              </a:extLst>
            </p:cNvPr>
            <p:cNvSpPr/>
            <p:nvPr/>
          </p:nvSpPr>
          <p:spPr>
            <a:xfrm>
              <a:off x="3000911" y="5142393"/>
              <a:ext cx="36000" cy="6752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5" name="四角形: 上の 2 つの角を丸める 4">
              <a:extLst>
                <a:ext uri="{FF2B5EF4-FFF2-40B4-BE49-F238E27FC236}">
                  <a16:creationId xmlns:a16="http://schemas.microsoft.com/office/drawing/2014/main" id="{EB182A56-8503-2E12-E2E2-433A724055F8}"/>
                </a:ext>
              </a:extLst>
            </p:cNvPr>
            <p:cNvSpPr/>
            <p:nvPr/>
          </p:nvSpPr>
          <p:spPr>
            <a:xfrm rot="10800000">
              <a:off x="3000911" y="5817593"/>
              <a:ext cx="36000" cy="6752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sp>
        <p:nvSpPr>
          <p:cNvPr id="10" name="テキスト プレースホルダー 9">
            <a:extLst>
              <a:ext uri="{FF2B5EF4-FFF2-40B4-BE49-F238E27FC236}">
                <a16:creationId xmlns:a16="http://schemas.microsoft.com/office/drawing/2014/main" id="{1BC913F7-794C-08C1-3D89-B42FE113D548}"/>
              </a:ext>
            </a:extLst>
          </p:cNvPr>
          <p:cNvSpPr>
            <a:spLocks noGrp="1"/>
          </p:cNvSpPr>
          <p:nvPr>
            <p:ph type="body" sz="quarter" idx="10" hasCustomPrompt="1"/>
          </p:nvPr>
        </p:nvSpPr>
        <p:spPr>
          <a:xfrm>
            <a:off x="1523688" y="1701478"/>
            <a:ext cx="9885600" cy="413639"/>
          </a:xfrm>
        </p:spPr>
        <p:txBody>
          <a:bodyPr>
            <a:spAutoFit/>
          </a:bodyPr>
          <a:lstStyle>
            <a:lvl1pPr marL="540000" indent="-540000">
              <a:spcAft>
                <a:spcPts val="1200"/>
              </a:spcAft>
              <a:buClr>
                <a:schemeClr val="accent1"/>
              </a:buClr>
              <a:buFont typeface="+mj-lt"/>
              <a:buAutoNum type="arabicPeriod"/>
              <a:defRPr sz="2400" b="1">
                <a:latin typeface="Calibri" panose="020F0502020204030204" pitchFamily="34" charset="0"/>
                <a:ea typeface="+mj-ea"/>
                <a:cs typeface="Calibri" panose="020F0502020204030204" pitchFamily="34" charset="0"/>
              </a:defRPr>
            </a:lvl1pPr>
            <a:lvl2pPr marL="540000" indent="-540000">
              <a:buClr>
                <a:schemeClr val="accent1"/>
              </a:buClr>
              <a:buFont typeface="+mj-lt"/>
              <a:buAutoNum type="arabicPeriod"/>
              <a:defRPr sz="2400" b="1">
                <a:latin typeface="+mj-ea"/>
                <a:ea typeface="+mj-ea"/>
              </a:defRPr>
            </a:lvl2pPr>
            <a:lvl3pPr marL="540000" indent="-540000">
              <a:buClr>
                <a:schemeClr val="accent1"/>
              </a:buClr>
              <a:buFont typeface="+mj-lt"/>
              <a:buAutoNum type="arabicPeriod"/>
              <a:defRPr sz="2400" b="1">
                <a:latin typeface="+mj-ea"/>
                <a:ea typeface="+mj-ea"/>
              </a:defRPr>
            </a:lvl3pPr>
            <a:lvl4pPr marL="540000" indent="-540000">
              <a:buClr>
                <a:schemeClr val="accent1"/>
              </a:buClr>
              <a:buFont typeface="+mj-lt"/>
              <a:buAutoNum type="arabicPeriod"/>
              <a:defRPr sz="2400" b="1">
                <a:latin typeface="+mj-ea"/>
                <a:ea typeface="+mj-ea"/>
              </a:defRPr>
            </a:lvl4pPr>
            <a:lvl5pPr marL="540000" indent="-540000">
              <a:buClr>
                <a:schemeClr val="accent1"/>
              </a:buClr>
              <a:buFont typeface="+mj-lt"/>
              <a:buAutoNum type="arabicPeriod"/>
              <a:defRPr sz="2400" b="1">
                <a:latin typeface="+mj-ea"/>
                <a:ea typeface="+mj-ea"/>
              </a:defRPr>
            </a:lvl5pPr>
          </a:lstStyle>
          <a:p>
            <a:pPr lvl="0"/>
            <a:r>
              <a:rPr kumimoji="1" lang="ja-JP" altLang="en-US" dirty="0"/>
              <a:t>書式</a:t>
            </a:r>
          </a:p>
        </p:txBody>
      </p:sp>
      <p:sp>
        <p:nvSpPr>
          <p:cNvPr id="6" name="四角形: 角を丸くする 5">
            <a:extLst>
              <a:ext uri="{FF2B5EF4-FFF2-40B4-BE49-F238E27FC236}">
                <a16:creationId xmlns:a16="http://schemas.microsoft.com/office/drawing/2014/main" id="{642887EF-2678-A8DA-FCBA-5D5BFD79E547}"/>
              </a:ext>
            </a:extLst>
          </p:cNvPr>
          <p:cNvSpPr/>
          <p:nvPr userDrawn="1"/>
        </p:nvSpPr>
        <p:spPr>
          <a:xfrm rot="5400000">
            <a:off x="11839461" y="6306101"/>
            <a:ext cx="387350" cy="31772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7" name="Google Shape;10;p1">
            <a:extLst>
              <a:ext uri="{FF2B5EF4-FFF2-40B4-BE49-F238E27FC236}">
                <a16:creationId xmlns:a16="http://schemas.microsoft.com/office/drawing/2014/main" id="{61A56116-D7B3-58A9-CE03-C38BC01BEF60}"/>
              </a:ext>
            </a:extLst>
          </p:cNvPr>
          <p:cNvSpPr txBox="1"/>
          <p:nvPr userDrawn="1"/>
        </p:nvSpPr>
        <p:spPr>
          <a:xfrm>
            <a:off x="11874272" y="6479615"/>
            <a:ext cx="317727" cy="387350"/>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endParaRPr kumimoji="1" sz="800" b="0" i="0" u="none" strike="noStrike" kern="1200" cap="none" spc="0" normalizeH="0" baseline="0" noProof="0">
              <a:ln>
                <a:noFill/>
              </a:ln>
              <a:solidFill>
                <a:prstClr val="white"/>
              </a:solidFill>
              <a:effectLst/>
              <a:uLnTx/>
              <a:uFillTx/>
              <a:latin typeface="BIZ UDPゴシック"/>
              <a:ea typeface="Lato Light"/>
              <a:cs typeface="Lato Light"/>
              <a:sym typeface="Lato Light"/>
            </a:endParaRPr>
          </a:p>
        </p:txBody>
      </p:sp>
      <p:sp>
        <p:nvSpPr>
          <p:cNvPr id="8" name="Google Shape;10;p1">
            <a:extLst>
              <a:ext uri="{FF2B5EF4-FFF2-40B4-BE49-F238E27FC236}">
                <a16:creationId xmlns:a16="http://schemas.microsoft.com/office/drawing/2014/main" id="{6395A251-3C45-7A9E-93A6-7915A00CC292}"/>
              </a:ext>
            </a:extLst>
          </p:cNvPr>
          <p:cNvSpPr txBox="1"/>
          <p:nvPr userDrawn="1"/>
        </p:nvSpPr>
        <p:spPr>
          <a:xfrm>
            <a:off x="11881265" y="6433944"/>
            <a:ext cx="310734" cy="282745"/>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fld id="{4DA87220-62A0-41B4-A6FF-5F65D3FFD606}" type="slidenum">
              <a:rPr kumimoji="1" lang="en-US" sz="1800" b="1" i="0" u="none" strike="noStrike" kern="1200" cap="none" spc="0" normalizeH="0" baseline="0" noProof="0" smtClean="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rPr>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t>‹#›</a:t>
            </a:fld>
            <a:endParaRPr kumimoji="1" sz="9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endParaRPr>
          </a:p>
        </p:txBody>
      </p:sp>
    </p:spTree>
    <p:extLst>
      <p:ext uri="{BB962C8B-B14F-4D97-AF65-F5344CB8AC3E}">
        <p14:creationId xmlns:p14="http://schemas.microsoft.com/office/powerpoint/2010/main" val="1225914395"/>
      </p:ext>
    </p:extLst>
  </p:cSld>
  <p:clrMapOvr>
    <a:masterClrMapping/>
  </p:clrMapOvr>
  <p:extLst>
    <p:ext uri="{DCECCB84-F9BA-43D5-87BE-67443E8EF086}">
      <p15:sldGuideLst xmlns:p15="http://schemas.microsoft.com/office/powerpoint/2012/main">
        <p15:guide id="2" pos="665">
          <p15:clr>
            <a:srgbClr val="FBAE40"/>
          </p15:clr>
        </p15:guide>
        <p15:guide id="3" pos="7310">
          <p15:clr>
            <a:srgbClr val="FBAE40"/>
          </p15:clr>
        </p15:guide>
        <p15:guide id="4" orient="horz" pos="404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章-日本語">
    <p:spTree>
      <p:nvGrpSpPr>
        <p:cNvPr id="1" name=""/>
        <p:cNvGrpSpPr/>
        <p:nvPr/>
      </p:nvGrpSpPr>
      <p:grpSpPr>
        <a:xfrm>
          <a:off x="0" y="0"/>
          <a:ext cx="0" cy="0"/>
          <a:chOff x="0" y="0"/>
          <a:chExt cx="0" cy="0"/>
        </a:xfrm>
      </p:grpSpPr>
      <p:sp>
        <p:nvSpPr>
          <p:cNvPr id="10" name="テキスト プレースホルダー 9">
            <a:extLst>
              <a:ext uri="{FF2B5EF4-FFF2-40B4-BE49-F238E27FC236}">
                <a16:creationId xmlns:a16="http://schemas.microsoft.com/office/drawing/2014/main" id="{D6E06191-E30E-43B9-FE4F-5689EDC6CA7F}"/>
              </a:ext>
            </a:extLst>
          </p:cNvPr>
          <p:cNvSpPr>
            <a:spLocks noGrp="1"/>
          </p:cNvSpPr>
          <p:nvPr>
            <p:ph type="body" sz="quarter" idx="11" hasCustomPrompt="1"/>
          </p:nvPr>
        </p:nvSpPr>
        <p:spPr>
          <a:xfrm>
            <a:off x="1993622" y="1571092"/>
            <a:ext cx="9109447" cy="551561"/>
          </a:xfrm>
        </p:spPr>
        <p:txBody>
          <a:bodyPr wrap="square" lIns="0" tIns="0" rIns="0" bIns="0" anchor="b" anchorCtr="0">
            <a:spAutoFit/>
          </a:bodyPr>
          <a:lstStyle>
            <a:lvl1pPr marL="0" indent="0">
              <a:lnSpc>
                <a:spcPct val="120000"/>
              </a:lnSpc>
              <a:spcBef>
                <a:spcPts val="0"/>
              </a:spcBef>
              <a:buFontTx/>
              <a:buNone/>
              <a:defRPr sz="3200" b="1">
                <a:solidFill>
                  <a:schemeClr val="accent1"/>
                </a:solidFill>
                <a:latin typeface="Calibri" panose="020F0502020204030204" pitchFamily="34" charset="0"/>
                <a:ea typeface="+mj-ea"/>
                <a:cs typeface="Calibri" panose="020F0502020204030204" pitchFamily="34" charset="0"/>
              </a:defRPr>
            </a:lvl1pPr>
            <a:lvl2pPr marL="457200" indent="0">
              <a:buFontTx/>
              <a:buNone/>
              <a:defRPr b="1">
                <a:solidFill>
                  <a:schemeClr val="bg1"/>
                </a:solidFill>
                <a:latin typeface="+mj-ea"/>
                <a:ea typeface="+mj-ea"/>
              </a:defRPr>
            </a:lvl2pPr>
            <a:lvl3pPr marL="914400" indent="0">
              <a:buFontTx/>
              <a:buNone/>
              <a:defRPr b="1">
                <a:solidFill>
                  <a:schemeClr val="bg1"/>
                </a:solidFill>
                <a:latin typeface="+mj-ea"/>
                <a:ea typeface="+mj-ea"/>
              </a:defRPr>
            </a:lvl3pPr>
            <a:lvl4pPr marL="1371600" indent="0">
              <a:buFontTx/>
              <a:buNone/>
              <a:defRPr b="1">
                <a:solidFill>
                  <a:schemeClr val="bg1"/>
                </a:solidFill>
                <a:latin typeface="+mj-ea"/>
                <a:ea typeface="+mj-ea"/>
              </a:defRPr>
            </a:lvl4pPr>
            <a:lvl5pPr marL="1828800" indent="0">
              <a:buFontTx/>
              <a:buNone/>
              <a:defRPr b="1">
                <a:solidFill>
                  <a:schemeClr val="bg1"/>
                </a:solidFill>
                <a:latin typeface="+mj-ea"/>
                <a:ea typeface="+mj-ea"/>
              </a:defRPr>
            </a:lvl5pPr>
          </a:lstStyle>
          <a:p>
            <a:pPr lvl="0"/>
            <a:r>
              <a:rPr kumimoji="1" lang="ja-JP" altLang="en-US" dirty="0"/>
              <a:t>書式</a:t>
            </a:r>
          </a:p>
        </p:txBody>
      </p:sp>
      <p:sp>
        <p:nvSpPr>
          <p:cNvPr id="12" name="テキスト プレースホルダー 9">
            <a:extLst>
              <a:ext uri="{FF2B5EF4-FFF2-40B4-BE49-F238E27FC236}">
                <a16:creationId xmlns:a16="http://schemas.microsoft.com/office/drawing/2014/main" id="{4AA1B98C-39AF-E8E8-B0D3-BDD8EAE57CF4}"/>
              </a:ext>
            </a:extLst>
          </p:cNvPr>
          <p:cNvSpPr>
            <a:spLocks noGrp="1"/>
          </p:cNvSpPr>
          <p:nvPr>
            <p:ph type="body" sz="quarter" idx="12" hasCustomPrompt="1"/>
          </p:nvPr>
        </p:nvSpPr>
        <p:spPr>
          <a:xfrm>
            <a:off x="1993622" y="2570613"/>
            <a:ext cx="9109447" cy="344710"/>
          </a:xfrm>
        </p:spPr>
        <p:txBody>
          <a:bodyPr wrap="square" lIns="0" tIns="0" rIns="0" bIns="0">
            <a:spAutoFit/>
          </a:bodyPr>
          <a:lstStyle>
            <a:lvl1pPr marL="0" indent="0">
              <a:buFontTx/>
              <a:buNone/>
              <a:defRPr sz="2000" b="1">
                <a:solidFill>
                  <a:schemeClr val="accent1"/>
                </a:solidFill>
                <a:latin typeface="Calibri" panose="020F0502020204030204" pitchFamily="34" charset="0"/>
                <a:ea typeface="+mj-ea"/>
                <a:cs typeface="Calibri" panose="020F0502020204030204" pitchFamily="34" charset="0"/>
              </a:defRPr>
            </a:lvl1pPr>
            <a:lvl2pPr marL="457200" indent="0">
              <a:buFontTx/>
              <a:buNone/>
              <a:defRPr b="1">
                <a:solidFill>
                  <a:schemeClr val="bg1"/>
                </a:solidFill>
                <a:latin typeface="+mj-ea"/>
                <a:ea typeface="+mj-ea"/>
              </a:defRPr>
            </a:lvl2pPr>
            <a:lvl3pPr marL="914400" indent="0">
              <a:buFontTx/>
              <a:buNone/>
              <a:defRPr b="1">
                <a:solidFill>
                  <a:schemeClr val="bg1"/>
                </a:solidFill>
                <a:latin typeface="+mj-ea"/>
                <a:ea typeface="+mj-ea"/>
              </a:defRPr>
            </a:lvl3pPr>
            <a:lvl4pPr marL="1371600" indent="0">
              <a:buFontTx/>
              <a:buNone/>
              <a:defRPr b="1">
                <a:solidFill>
                  <a:schemeClr val="bg1"/>
                </a:solidFill>
                <a:latin typeface="+mj-ea"/>
                <a:ea typeface="+mj-ea"/>
              </a:defRPr>
            </a:lvl4pPr>
            <a:lvl5pPr marL="1828800" indent="0">
              <a:buFontTx/>
              <a:buNone/>
              <a:defRPr b="1">
                <a:solidFill>
                  <a:schemeClr val="bg1"/>
                </a:solidFill>
                <a:latin typeface="+mj-ea"/>
                <a:ea typeface="+mj-ea"/>
              </a:defRPr>
            </a:lvl5pPr>
          </a:lstStyle>
          <a:p>
            <a:pPr lvl="0"/>
            <a:r>
              <a:rPr kumimoji="1" lang="ja-JP" altLang="en-US" dirty="0"/>
              <a:t>サブタイトル</a:t>
            </a:r>
          </a:p>
        </p:txBody>
      </p:sp>
      <p:sp>
        <p:nvSpPr>
          <p:cNvPr id="44" name="テキスト プレースホルダー 5">
            <a:extLst>
              <a:ext uri="{FF2B5EF4-FFF2-40B4-BE49-F238E27FC236}">
                <a16:creationId xmlns:a16="http://schemas.microsoft.com/office/drawing/2014/main" id="{BDFF98CB-BFFC-36E4-BB5E-E4BE30A8C529}"/>
              </a:ext>
            </a:extLst>
          </p:cNvPr>
          <p:cNvSpPr txBox="1">
            <a:spLocks/>
          </p:cNvSpPr>
          <p:nvPr userDrawn="1"/>
        </p:nvSpPr>
        <p:spPr>
          <a:xfrm>
            <a:off x="9435985" y="6723474"/>
            <a:ext cx="2345646"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400" rtl="0" eaLnBrk="1" fontAlgn="auto" latinLnBrk="0" hangingPunct="1">
              <a:lnSpc>
                <a:spcPct val="125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3C3C3C"/>
                </a:solidFill>
                <a:effectLst/>
                <a:uLnTx/>
                <a:uFillTx/>
                <a:latin typeface="Bahnschrift" panose="020B0502040204020203" pitchFamily="34" charset="0"/>
                <a:ea typeface="BIZ UDPゴシック"/>
                <a:cs typeface="Arial" panose="020B0604020202020204" pitchFamily="34" charset="0"/>
              </a:rPr>
              <a:t>Copyright © Tokyo University of Science All Rights Reserved.</a:t>
            </a:r>
            <a:endParaRPr kumimoji="1" lang="ja-JP" altLang="en-US" sz="1600" b="0" i="0" u="none" strike="noStrike" kern="1200" cap="none" spc="0" normalizeH="0" baseline="0" noProof="0" dirty="0">
              <a:ln>
                <a:noFill/>
              </a:ln>
              <a:solidFill>
                <a:srgbClr val="3C3C3C"/>
              </a:solidFill>
              <a:effectLst/>
              <a:uLnTx/>
              <a:uFillTx/>
              <a:latin typeface="Bahnschrift" panose="020B0502040204020203" pitchFamily="34" charset="0"/>
              <a:ea typeface="BIZ UDPゴシック"/>
              <a:cs typeface="Arial" panose="020B0604020202020204" pitchFamily="34" charset="0"/>
            </a:endParaRPr>
          </a:p>
        </p:txBody>
      </p:sp>
      <p:sp>
        <p:nvSpPr>
          <p:cNvPr id="13" name="四角形: 上の 2 つの角を丸める 12">
            <a:extLst>
              <a:ext uri="{FF2B5EF4-FFF2-40B4-BE49-F238E27FC236}">
                <a16:creationId xmlns:a16="http://schemas.microsoft.com/office/drawing/2014/main" id="{6B0F0D73-1766-0FE0-3812-133EAF14B5E4}"/>
              </a:ext>
            </a:extLst>
          </p:cNvPr>
          <p:cNvSpPr/>
          <p:nvPr/>
        </p:nvSpPr>
        <p:spPr>
          <a:xfrm rot="16200000">
            <a:off x="2443622" y="1937747"/>
            <a:ext cx="36000" cy="9360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14" name="四角形: 上の 2 つの角を丸める 13">
            <a:extLst>
              <a:ext uri="{FF2B5EF4-FFF2-40B4-BE49-F238E27FC236}">
                <a16:creationId xmlns:a16="http://schemas.microsoft.com/office/drawing/2014/main" id="{9C37F7C3-3AF5-3274-BB37-6E68B397BEB6}"/>
              </a:ext>
            </a:extLst>
          </p:cNvPr>
          <p:cNvSpPr/>
          <p:nvPr/>
        </p:nvSpPr>
        <p:spPr>
          <a:xfrm rot="5400000">
            <a:off x="7051622" y="-1734253"/>
            <a:ext cx="36000" cy="82800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11" name="テキスト プレースホルダー 5">
            <a:extLst>
              <a:ext uri="{FF2B5EF4-FFF2-40B4-BE49-F238E27FC236}">
                <a16:creationId xmlns:a16="http://schemas.microsoft.com/office/drawing/2014/main" id="{FD00CA9B-780D-F072-F82A-B24DFE3DFBBB}"/>
              </a:ext>
            </a:extLst>
          </p:cNvPr>
          <p:cNvSpPr>
            <a:spLocks noGrp="1"/>
          </p:cNvSpPr>
          <p:nvPr>
            <p:ph type="body" sz="quarter" idx="10" hasCustomPrompt="1"/>
          </p:nvPr>
        </p:nvSpPr>
        <p:spPr>
          <a:xfrm>
            <a:off x="7657985" y="2419175"/>
            <a:ext cx="3556000" cy="4308872"/>
          </a:xfrm>
        </p:spPr>
        <p:txBody>
          <a:bodyPr lIns="0" tIns="0" rIns="0" bIns="0">
            <a:spAutoFit/>
          </a:bodyPr>
          <a:lstStyle>
            <a:lvl1pPr marL="0" indent="0" algn="r">
              <a:lnSpc>
                <a:spcPct val="100000"/>
              </a:lnSpc>
              <a:spcBef>
                <a:spcPts val="0"/>
              </a:spcBef>
              <a:buFontTx/>
              <a:buNone/>
              <a:defRPr sz="28000">
                <a:ln w="19050">
                  <a:noFill/>
                </a:ln>
                <a:solidFill>
                  <a:schemeClr val="tx2"/>
                </a:solidFill>
                <a:latin typeface="Bahnschrift" panose="020B0502040204020203" pitchFamily="34" charset="0"/>
                <a:cs typeface="Arial" panose="020B0604020202020204" pitchFamily="34" charset="0"/>
              </a:defRPr>
            </a:lvl1pPr>
            <a:lvl2pPr marL="457200" indent="0">
              <a:buFontTx/>
              <a:buNone/>
              <a:defRPr>
                <a:solidFill>
                  <a:schemeClr val="bg1"/>
                </a:solidFill>
                <a:latin typeface="Arial Black" panose="020B0A04020102020204" pitchFamily="34" charset="0"/>
              </a:defRPr>
            </a:lvl2pPr>
            <a:lvl3pPr marL="914400" indent="0">
              <a:buFontTx/>
              <a:buNone/>
              <a:defRPr>
                <a:solidFill>
                  <a:schemeClr val="bg1"/>
                </a:solidFill>
                <a:latin typeface="Arial Black" panose="020B0A04020102020204" pitchFamily="34" charset="0"/>
              </a:defRPr>
            </a:lvl3pPr>
            <a:lvl4pPr marL="1371600" indent="0">
              <a:buFontTx/>
              <a:buNone/>
              <a:defRPr>
                <a:solidFill>
                  <a:schemeClr val="bg1"/>
                </a:solidFill>
                <a:latin typeface="Arial Black" panose="020B0A04020102020204" pitchFamily="34" charset="0"/>
              </a:defRPr>
            </a:lvl4pPr>
            <a:lvl5pPr marL="1828800" indent="0">
              <a:buFontTx/>
              <a:buNone/>
              <a:defRPr>
                <a:solidFill>
                  <a:schemeClr val="bg1"/>
                </a:solidFill>
                <a:latin typeface="Arial Black" panose="020B0A04020102020204" pitchFamily="34" charset="0"/>
              </a:defRPr>
            </a:lvl5pPr>
          </a:lstStyle>
          <a:p>
            <a:pPr lvl="0"/>
            <a:r>
              <a:rPr kumimoji="1" lang="en-US" altLang="ja-JP" dirty="0"/>
              <a:t>1</a:t>
            </a:r>
            <a:endParaRPr kumimoji="1" lang="ja-JP" altLang="en-US" dirty="0"/>
          </a:p>
        </p:txBody>
      </p:sp>
      <p:sp>
        <p:nvSpPr>
          <p:cNvPr id="2" name="四角形: 角を丸くする 1">
            <a:extLst>
              <a:ext uri="{FF2B5EF4-FFF2-40B4-BE49-F238E27FC236}">
                <a16:creationId xmlns:a16="http://schemas.microsoft.com/office/drawing/2014/main" id="{4ABB6D45-23E3-4480-F626-439EAD5A0FEC}"/>
              </a:ext>
            </a:extLst>
          </p:cNvPr>
          <p:cNvSpPr/>
          <p:nvPr userDrawn="1"/>
        </p:nvSpPr>
        <p:spPr>
          <a:xfrm rot="5400000">
            <a:off x="11839461" y="6297136"/>
            <a:ext cx="387350" cy="31772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3" name="Google Shape;10;p1">
            <a:extLst>
              <a:ext uri="{FF2B5EF4-FFF2-40B4-BE49-F238E27FC236}">
                <a16:creationId xmlns:a16="http://schemas.microsoft.com/office/drawing/2014/main" id="{DAEE6AE7-37F0-96BB-48CA-C93FD2C0B95A}"/>
              </a:ext>
            </a:extLst>
          </p:cNvPr>
          <p:cNvSpPr txBox="1"/>
          <p:nvPr userDrawn="1"/>
        </p:nvSpPr>
        <p:spPr>
          <a:xfrm>
            <a:off x="11874272" y="6470650"/>
            <a:ext cx="317727" cy="387350"/>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endParaRPr kumimoji="1" sz="800" b="0" i="0" u="none" strike="noStrike" kern="1200" cap="none" spc="0" normalizeH="0" baseline="0" noProof="0">
              <a:ln>
                <a:noFill/>
              </a:ln>
              <a:solidFill>
                <a:prstClr val="white"/>
              </a:solidFill>
              <a:effectLst/>
              <a:uLnTx/>
              <a:uFillTx/>
              <a:latin typeface="BIZ UDPゴシック"/>
              <a:ea typeface="Lato Light"/>
              <a:cs typeface="Lato Light"/>
              <a:sym typeface="Lato Light"/>
            </a:endParaRPr>
          </a:p>
        </p:txBody>
      </p:sp>
      <p:sp>
        <p:nvSpPr>
          <p:cNvPr id="4" name="Google Shape;10;p1">
            <a:extLst>
              <a:ext uri="{FF2B5EF4-FFF2-40B4-BE49-F238E27FC236}">
                <a16:creationId xmlns:a16="http://schemas.microsoft.com/office/drawing/2014/main" id="{33EC8522-A908-F249-A806-D30D832955EB}"/>
              </a:ext>
            </a:extLst>
          </p:cNvPr>
          <p:cNvSpPr txBox="1"/>
          <p:nvPr userDrawn="1"/>
        </p:nvSpPr>
        <p:spPr>
          <a:xfrm>
            <a:off x="11881265" y="6424979"/>
            <a:ext cx="310734" cy="282745"/>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fld id="{4DA87220-62A0-41B4-A6FF-5F65D3FFD606}" type="slidenum">
              <a:rPr kumimoji="1" lang="en-US" sz="1800" b="1" i="0" u="none" strike="noStrike" kern="1200" cap="none" spc="0" normalizeH="0" baseline="0" noProof="0" smtClean="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rPr>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t>‹#›</a:t>
            </a:fld>
            <a:endParaRPr kumimoji="1" sz="9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endParaRPr>
          </a:p>
        </p:txBody>
      </p:sp>
    </p:spTree>
    <p:extLst>
      <p:ext uri="{BB962C8B-B14F-4D97-AF65-F5344CB8AC3E}">
        <p14:creationId xmlns:p14="http://schemas.microsoft.com/office/powerpoint/2010/main" val="2800974300"/>
      </p:ext>
    </p:extLst>
  </p:cSld>
  <p:clrMapOvr>
    <a:masterClrMapping/>
  </p:clrMapOvr>
  <p:extLst>
    <p:ext uri="{DCECCB84-F9BA-43D5-87BE-67443E8EF086}">
      <p15:sldGuideLst xmlns:p15="http://schemas.microsoft.com/office/powerpoint/2012/main">
        <p15:guide id="2" pos="665">
          <p15:clr>
            <a:srgbClr val="FBAE40"/>
          </p15:clr>
        </p15:guide>
        <p15:guide id="3" pos="7310">
          <p15:clr>
            <a:srgbClr val="FBAE40"/>
          </p15:clr>
        </p15:guide>
        <p15:guide id="4" orient="horz" pos="404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ベース-日本語">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B0B6E08-C0AF-E90C-22A3-B30728C86787}"/>
              </a:ext>
            </a:extLst>
          </p:cNvPr>
          <p:cNvSpPr>
            <a:spLocks noGrp="1"/>
          </p:cNvSpPr>
          <p:nvPr>
            <p:ph type="title" hasCustomPrompt="1"/>
          </p:nvPr>
        </p:nvSpPr>
        <p:spPr>
          <a:xfrm>
            <a:off x="1055688" y="518817"/>
            <a:ext cx="10655300" cy="492443"/>
          </a:xfrm>
          <a:prstGeom prst="rect">
            <a:avLst/>
          </a:prstGeom>
        </p:spPr>
        <p:txBody>
          <a:bodyPr wrap="square" lIns="0" tIns="0" rIns="0" bIns="0" anchor="t" anchorCtr="0">
            <a:spAutoFit/>
          </a:bodyPr>
          <a:lstStyle>
            <a:lvl1pPr>
              <a:lnSpc>
                <a:spcPct val="100000"/>
              </a:lnSpc>
              <a:defRPr sz="3200" b="1" kern="0" spc="100" baseline="0">
                <a:solidFill>
                  <a:schemeClr val="accent3">
                    <a:lumMod val="75000"/>
                  </a:schemeClr>
                </a:solidFill>
                <a:latin typeface="Calibri" panose="020F0502020204030204" pitchFamily="34" charset="0"/>
                <a:cs typeface="Calibri" panose="020F0502020204030204" pitchFamily="34" charset="0"/>
              </a:defRPr>
            </a:lvl1pPr>
          </a:lstStyle>
          <a:p>
            <a:r>
              <a:rPr kumimoji="1" lang="ja-JP" altLang="en-US" dirty="0"/>
              <a:t>タイトル</a:t>
            </a:r>
          </a:p>
        </p:txBody>
      </p:sp>
      <p:sp>
        <p:nvSpPr>
          <p:cNvPr id="37" name="テキスト プレースホルダー 3">
            <a:extLst>
              <a:ext uri="{FF2B5EF4-FFF2-40B4-BE49-F238E27FC236}">
                <a16:creationId xmlns:a16="http://schemas.microsoft.com/office/drawing/2014/main" id="{4EC2F0A7-7B11-2C83-F3E4-212B02AA0A32}"/>
              </a:ext>
            </a:extLst>
          </p:cNvPr>
          <p:cNvSpPr>
            <a:spLocks noGrp="1"/>
          </p:cNvSpPr>
          <p:nvPr>
            <p:ph type="body" sz="half" idx="12" hasCustomPrompt="1"/>
          </p:nvPr>
        </p:nvSpPr>
        <p:spPr>
          <a:xfrm>
            <a:off x="1055688" y="1223999"/>
            <a:ext cx="10655300" cy="473976"/>
          </a:xfrm>
        </p:spPr>
        <p:txBody>
          <a:bodyPr wrap="square" lIns="0" tIns="0" rIns="0" bIns="0">
            <a:spAutoFit/>
          </a:bodyPr>
          <a:lstStyle>
            <a:lvl1pPr marL="0" indent="0">
              <a:lnSpc>
                <a:spcPct val="120000"/>
              </a:lnSpc>
              <a:spcBef>
                <a:spcPts val="0"/>
              </a:spcBef>
              <a:spcAft>
                <a:spcPts val="300"/>
              </a:spcAft>
              <a:buNone/>
              <a:defRPr sz="2800">
                <a:solidFill>
                  <a:schemeClr val="tx1"/>
                </a:solidFill>
                <a:latin typeface="Calibri" panose="020F0502020204030204" pitchFamily="34" charset="0"/>
                <a:ea typeface="+mn-ea"/>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dirty="0"/>
              <a:t>リード文</a:t>
            </a:r>
          </a:p>
        </p:txBody>
      </p:sp>
      <p:sp>
        <p:nvSpPr>
          <p:cNvPr id="38" name="テキスト プレースホルダー 3">
            <a:extLst>
              <a:ext uri="{FF2B5EF4-FFF2-40B4-BE49-F238E27FC236}">
                <a16:creationId xmlns:a16="http://schemas.microsoft.com/office/drawing/2014/main" id="{4E4E4F13-1F21-6EB9-6A6A-8A4905E86E4C}"/>
              </a:ext>
            </a:extLst>
          </p:cNvPr>
          <p:cNvSpPr>
            <a:spLocks noGrp="1"/>
          </p:cNvSpPr>
          <p:nvPr>
            <p:ph type="body" sz="half" idx="13" hasCustomPrompt="1"/>
          </p:nvPr>
        </p:nvSpPr>
        <p:spPr>
          <a:xfrm>
            <a:off x="1055688" y="6535369"/>
            <a:ext cx="7668000" cy="206851"/>
          </a:xfrm>
        </p:spPr>
        <p:txBody>
          <a:bodyPr wrap="square" lIns="0" tIns="0" rIns="0" bIns="0">
            <a:spAutoFit/>
          </a:bodyPr>
          <a:lstStyle>
            <a:lvl1pPr marL="0" indent="0">
              <a:lnSpc>
                <a:spcPct val="120000"/>
              </a:lnSpc>
              <a:spcBef>
                <a:spcPts val="0"/>
              </a:spcBef>
              <a:spcAft>
                <a:spcPts val="0"/>
              </a:spcAft>
              <a:buNone/>
              <a:defRPr sz="1200">
                <a:solidFill>
                  <a:schemeClr val="tx1"/>
                </a:solidFill>
                <a:latin typeface="Calibri" panose="020F0502020204030204"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dirty="0"/>
              <a:t>*footnote</a:t>
            </a:r>
          </a:p>
        </p:txBody>
      </p:sp>
      <p:sp>
        <p:nvSpPr>
          <p:cNvPr id="24" name="テキスト プレースホルダー 5">
            <a:extLst>
              <a:ext uri="{FF2B5EF4-FFF2-40B4-BE49-F238E27FC236}">
                <a16:creationId xmlns:a16="http://schemas.microsoft.com/office/drawing/2014/main" id="{677C479B-DDD6-603F-9425-E6F8F5C68D1B}"/>
              </a:ext>
            </a:extLst>
          </p:cNvPr>
          <p:cNvSpPr txBox="1">
            <a:spLocks/>
          </p:cNvSpPr>
          <p:nvPr userDrawn="1"/>
        </p:nvSpPr>
        <p:spPr>
          <a:xfrm>
            <a:off x="9438882" y="6700612"/>
            <a:ext cx="2345646"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400" rtl="0" eaLnBrk="1" fontAlgn="auto" latinLnBrk="0" hangingPunct="1">
              <a:lnSpc>
                <a:spcPct val="125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3C3C3C"/>
                </a:solidFill>
                <a:effectLst/>
                <a:uLnTx/>
                <a:uFillTx/>
                <a:latin typeface="Bahnschrift" panose="020B0502040204020203" pitchFamily="34" charset="0"/>
                <a:ea typeface="BIZ UDPゴシック"/>
                <a:cs typeface="Arial" panose="020B0604020202020204" pitchFamily="34" charset="0"/>
              </a:rPr>
              <a:t>Copyright © Tokyo University of Science All Rights Reserved.</a:t>
            </a:r>
            <a:endParaRPr kumimoji="1" lang="ja-JP" altLang="en-US" sz="1600" b="0" i="0" u="none" strike="noStrike" kern="1200" cap="none" spc="0" normalizeH="0" baseline="0" noProof="0">
              <a:ln>
                <a:noFill/>
              </a:ln>
              <a:solidFill>
                <a:srgbClr val="3C3C3C"/>
              </a:solidFill>
              <a:effectLst/>
              <a:uLnTx/>
              <a:uFillTx/>
              <a:latin typeface="Bahnschrift" panose="020B0502040204020203" pitchFamily="34" charset="0"/>
              <a:ea typeface="BIZ UDPゴシック"/>
              <a:cs typeface="Arial" panose="020B0604020202020204" pitchFamily="34" charset="0"/>
            </a:endParaRPr>
          </a:p>
        </p:txBody>
      </p:sp>
      <p:sp>
        <p:nvSpPr>
          <p:cNvPr id="19" name="四角形: 上の 2 つの角を丸める 18">
            <a:extLst>
              <a:ext uri="{FF2B5EF4-FFF2-40B4-BE49-F238E27FC236}">
                <a16:creationId xmlns:a16="http://schemas.microsoft.com/office/drawing/2014/main" id="{167E0FE0-2FD7-C239-0E50-4B0E106C9A46}"/>
              </a:ext>
            </a:extLst>
          </p:cNvPr>
          <p:cNvSpPr/>
          <p:nvPr userDrawn="1"/>
        </p:nvSpPr>
        <p:spPr>
          <a:xfrm rot="16200000">
            <a:off x="1505688" y="555052"/>
            <a:ext cx="36000" cy="9360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21" name="四角形: 上の 2 つの角を丸める 20">
            <a:extLst>
              <a:ext uri="{FF2B5EF4-FFF2-40B4-BE49-F238E27FC236}">
                <a16:creationId xmlns:a16="http://schemas.microsoft.com/office/drawing/2014/main" id="{A12A5D09-263D-B3B0-0202-9A3642DBAEF1}"/>
              </a:ext>
            </a:extLst>
          </p:cNvPr>
          <p:cNvSpPr/>
          <p:nvPr userDrawn="1"/>
        </p:nvSpPr>
        <p:spPr>
          <a:xfrm rot="5400000">
            <a:off x="6833688" y="-3836948"/>
            <a:ext cx="36000" cy="97200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2" name="四角形: 角を丸くする 1">
            <a:extLst>
              <a:ext uri="{FF2B5EF4-FFF2-40B4-BE49-F238E27FC236}">
                <a16:creationId xmlns:a16="http://schemas.microsoft.com/office/drawing/2014/main" id="{9EE4824D-8F63-2166-3F21-D0DCB401D6F5}"/>
              </a:ext>
            </a:extLst>
          </p:cNvPr>
          <p:cNvSpPr/>
          <p:nvPr userDrawn="1"/>
        </p:nvSpPr>
        <p:spPr>
          <a:xfrm rot="5400000">
            <a:off x="11839461" y="6297136"/>
            <a:ext cx="387350" cy="31772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3" name="Google Shape;10;p1">
            <a:extLst>
              <a:ext uri="{FF2B5EF4-FFF2-40B4-BE49-F238E27FC236}">
                <a16:creationId xmlns:a16="http://schemas.microsoft.com/office/drawing/2014/main" id="{FB3F653B-D977-1FA0-CE87-0530D4EB25F1}"/>
              </a:ext>
            </a:extLst>
          </p:cNvPr>
          <p:cNvSpPr txBox="1"/>
          <p:nvPr userDrawn="1"/>
        </p:nvSpPr>
        <p:spPr>
          <a:xfrm>
            <a:off x="11874272" y="6470650"/>
            <a:ext cx="317727" cy="387350"/>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endParaRPr kumimoji="1" sz="800" b="0" i="0" u="none" strike="noStrike" kern="1200" cap="none" spc="0" normalizeH="0" baseline="0" noProof="0">
              <a:ln>
                <a:noFill/>
              </a:ln>
              <a:solidFill>
                <a:prstClr val="white"/>
              </a:solidFill>
              <a:effectLst/>
              <a:uLnTx/>
              <a:uFillTx/>
              <a:latin typeface="BIZ UDPゴシック"/>
              <a:ea typeface="Lato Light"/>
              <a:cs typeface="Lato Light"/>
              <a:sym typeface="Lato Light"/>
            </a:endParaRPr>
          </a:p>
        </p:txBody>
      </p:sp>
      <p:sp>
        <p:nvSpPr>
          <p:cNvPr id="8" name="Google Shape;10;p1">
            <a:extLst>
              <a:ext uri="{FF2B5EF4-FFF2-40B4-BE49-F238E27FC236}">
                <a16:creationId xmlns:a16="http://schemas.microsoft.com/office/drawing/2014/main" id="{6481E5E7-B97B-7C00-A5BA-78BE877DB2D7}"/>
              </a:ext>
            </a:extLst>
          </p:cNvPr>
          <p:cNvSpPr txBox="1"/>
          <p:nvPr userDrawn="1"/>
        </p:nvSpPr>
        <p:spPr>
          <a:xfrm>
            <a:off x="11881265" y="6424979"/>
            <a:ext cx="310734" cy="282745"/>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fld id="{4DA87220-62A0-41B4-A6FF-5F65D3FFD606}" type="slidenum">
              <a:rPr kumimoji="1" lang="en-US" sz="1800" b="1" i="0" u="none" strike="noStrike" kern="1200" cap="none" spc="0" normalizeH="0" baseline="0" noProof="0" smtClean="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rPr>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t>‹#›</a:t>
            </a:fld>
            <a:endParaRPr kumimoji="1" sz="9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endParaRPr>
          </a:p>
        </p:txBody>
      </p:sp>
      <p:sp>
        <p:nvSpPr>
          <p:cNvPr id="7" name="テキスト プレースホルダー 6">
            <a:extLst>
              <a:ext uri="{FF2B5EF4-FFF2-40B4-BE49-F238E27FC236}">
                <a16:creationId xmlns:a16="http://schemas.microsoft.com/office/drawing/2014/main" id="{6E8354DA-ED7D-569D-9F0D-E64DD223389D}"/>
              </a:ext>
            </a:extLst>
          </p:cNvPr>
          <p:cNvSpPr>
            <a:spLocks noGrp="1"/>
          </p:cNvSpPr>
          <p:nvPr>
            <p:ph type="body" sz="quarter" idx="14"/>
          </p:nvPr>
        </p:nvSpPr>
        <p:spPr>
          <a:xfrm>
            <a:off x="1055688" y="1857659"/>
            <a:ext cx="10655300" cy="4518025"/>
          </a:xfrm>
        </p:spPr>
        <p:txBody>
          <a:bodyPr/>
          <a:lstStyle>
            <a:lvl1pPr>
              <a:defRPr sz="2400"/>
            </a:lvl1pPr>
            <a:lvl2pPr>
              <a:defRPr sz="2400"/>
            </a:lvl2pPr>
            <a:lvl3pPr>
              <a:defRPr sz="2400"/>
            </a:lvl3pPr>
            <a:lvl4pPr>
              <a:defRPr sz="2400"/>
            </a:lvl4pPr>
            <a:lvl5pPr>
              <a:defRPr sz="2400"/>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769669908"/>
      </p:ext>
    </p:extLst>
  </p:cSld>
  <p:clrMapOvr>
    <a:masterClrMapping/>
  </p:clrMapOvr>
  <p:extLst>
    <p:ext uri="{DCECCB84-F9BA-43D5-87BE-67443E8EF086}">
      <p15:sldGuideLst xmlns:p15="http://schemas.microsoft.com/office/powerpoint/2012/main">
        <p15:guide id="1" orient="horz" pos="323">
          <p15:clr>
            <a:srgbClr val="FBAE40"/>
          </p15:clr>
        </p15:guide>
        <p15:guide id="2" pos="665">
          <p15:clr>
            <a:srgbClr val="FBAE40"/>
          </p15:clr>
        </p15:guide>
        <p15:guide id="3" pos="7378">
          <p15:clr>
            <a:srgbClr val="FBAE40"/>
          </p15:clr>
        </p15:guide>
        <p15:guide id="4" orient="horz" pos="3997">
          <p15:clr>
            <a:srgbClr val="FBAE40"/>
          </p15:clr>
        </p15:guide>
        <p15:guide id="5" pos="402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終了スライド-日本語">
    <p:spTree>
      <p:nvGrpSpPr>
        <p:cNvPr id="1" name=""/>
        <p:cNvGrpSpPr/>
        <p:nvPr/>
      </p:nvGrpSpPr>
      <p:grpSpPr>
        <a:xfrm>
          <a:off x="0" y="0"/>
          <a:ext cx="0" cy="0"/>
          <a:chOff x="0" y="0"/>
          <a:chExt cx="0" cy="0"/>
        </a:xfrm>
      </p:grpSpPr>
      <p:pic>
        <p:nvPicPr>
          <p:cNvPr id="6" name="グラフィックス 5">
            <a:extLst>
              <a:ext uri="{FF2B5EF4-FFF2-40B4-BE49-F238E27FC236}">
                <a16:creationId xmlns:a16="http://schemas.microsoft.com/office/drawing/2014/main" id="{32874162-40D3-CC01-6A35-68E43C763C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55807" y="3000084"/>
            <a:ext cx="666000" cy="666000"/>
          </a:xfrm>
          <a:prstGeom prst="rect">
            <a:avLst/>
          </a:prstGeom>
        </p:spPr>
      </p:pic>
      <p:pic>
        <p:nvPicPr>
          <p:cNvPr id="2" name="グラフィックス 1">
            <a:extLst>
              <a:ext uri="{FF2B5EF4-FFF2-40B4-BE49-F238E27FC236}">
                <a16:creationId xmlns:a16="http://schemas.microsoft.com/office/drawing/2014/main" id="{89042B31-5573-27FE-A5E3-30491AB1AF9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576800" y="3028904"/>
            <a:ext cx="3038400" cy="574186"/>
          </a:xfrm>
          <a:prstGeom prst="rect">
            <a:avLst/>
          </a:prstGeom>
        </p:spPr>
      </p:pic>
    </p:spTree>
    <p:extLst>
      <p:ext uri="{BB962C8B-B14F-4D97-AF65-F5344CB8AC3E}">
        <p14:creationId xmlns:p14="http://schemas.microsoft.com/office/powerpoint/2010/main" val="13391695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ver-page" preserve="1" userDrawn="1">
  <p:cSld name="cover-page-English">
    <p:spTree>
      <p:nvGrpSpPr>
        <p:cNvPr id="1" name="Shape 16"/>
        <p:cNvGrpSpPr/>
        <p:nvPr/>
      </p:nvGrpSpPr>
      <p:grpSpPr>
        <a:xfrm>
          <a:off x="0" y="0"/>
          <a:ext cx="0" cy="0"/>
          <a:chOff x="0" y="0"/>
          <a:chExt cx="0" cy="0"/>
        </a:xfrm>
      </p:grpSpPr>
      <p:sp>
        <p:nvSpPr>
          <p:cNvPr id="12" name="テキスト プレースホルダー 11">
            <a:extLst>
              <a:ext uri="{FF2B5EF4-FFF2-40B4-BE49-F238E27FC236}">
                <a16:creationId xmlns:a16="http://schemas.microsoft.com/office/drawing/2014/main" id="{BB5563CF-3B6C-B77C-FE8A-88D2A7B8A7DC}"/>
              </a:ext>
            </a:extLst>
          </p:cNvPr>
          <p:cNvSpPr>
            <a:spLocks noGrp="1"/>
          </p:cNvSpPr>
          <p:nvPr>
            <p:ph type="body" sz="quarter" idx="10" hasCustomPrompt="1"/>
          </p:nvPr>
        </p:nvSpPr>
        <p:spPr>
          <a:xfrm>
            <a:off x="1429161" y="724540"/>
            <a:ext cx="10193437" cy="206275"/>
          </a:xfrm>
        </p:spPr>
        <p:txBody>
          <a:bodyPr wrap="square">
            <a:spAutoFit/>
          </a:bodyPr>
          <a:lstStyle>
            <a:lvl1pPr>
              <a:lnSpc>
                <a:spcPct val="100000"/>
              </a:lnSpc>
              <a:spcAft>
                <a:spcPts val="600"/>
              </a:spcAft>
              <a:defRPr sz="1200" b="0">
                <a:latin typeface="Calibri" panose="020F0502020204030204" pitchFamily="34" charset="0"/>
                <a:ea typeface="+mj-ea"/>
                <a:cs typeface="Calibri" panose="020F0502020204030204" pitchFamily="34" charset="0"/>
              </a:defRPr>
            </a:lvl1pPr>
          </a:lstStyle>
          <a:p>
            <a:pPr lvl="0" algn="l">
              <a:lnSpc>
                <a:spcPct val="120000"/>
              </a:lnSpc>
              <a:spcBef>
                <a:spcPts val="0"/>
              </a:spcBef>
            </a:pPr>
            <a:r>
              <a:rPr lang="en-US" altLang="ja-JP" sz="1200" b="0" dirty="0">
                <a:ln w="0"/>
                <a:latin typeface="Calibri" panose="020F0502020204030204" pitchFamily="34" charset="0"/>
                <a:ea typeface="Calibri" panose="020F0502020204030204" pitchFamily="34" charset="0"/>
                <a:cs typeface="Calibri" panose="020F0502020204030204" pitchFamily="34" charset="0"/>
              </a:rPr>
              <a:t>Conference etc.</a:t>
            </a:r>
            <a:endParaRPr lang="ja-JP" altLang="en-US" sz="1200" b="1" dirty="0">
              <a:ln w="0"/>
              <a:latin typeface="+mj-ea"/>
              <a:ea typeface="+mj-ea"/>
              <a:cs typeface="+mn-cs"/>
            </a:endParaRPr>
          </a:p>
        </p:txBody>
      </p:sp>
      <p:grpSp>
        <p:nvGrpSpPr>
          <p:cNvPr id="6" name="グループ化 5">
            <a:extLst>
              <a:ext uri="{FF2B5EF4-FFF2-40B4-BE49-F238E27FC236}">
                <a16:creationId xmlns:a16="http://schemas.microsoft.com/office/drawing/2014/main" id="{0BBA0555-0B37-98C9-DCEB-CD45EA17E12C}"/>
              </a:ext>
            </a:extLst>
          </p:cNvPr>
          <p:cNvGrpSpPr/>
          <p:nvPr userDrawn="1"/>
        </p:nvGrpSpPr>
        <p:grpSpPr>
          <a:xfrm>
            <a:off x="1429162" y="974353"/>
            <a:ext cx="10660169" cy="45719"/>
            <a:chOff x="3317787" y="1004565"/>
            <a:chExt cx="7776000" cy="36000"/>
          </a:xfrm>
        </p:grpSpPr>
        <p:sp>
          <p:nvSpPr>
            <p:cNvPr id="8" name="四角形: 上の 2 つの角を丸める 7">
              <a:extLst>
                <a:ext uri="{FF2B5EF4-FFF2-40B4-BE49-F238E27FC236}">
                  <a16:creationId xmlns:a16="http://schemas.microsoft.com/office/drawing/2014/main" id="{B4BC1780-63E0-C8D3-51CE-12277578CC4F}"/>
                </a:ext>
              </a:extLst>
            </p:cNvPr>
            <p:cNvSpPr/>
            <p:nvPr/>
          </p:nvSpPr>
          <p:spPr>
            <a:xfrm rot="16200000">
              <a:off x="3767787" y="554565"/>
              <a:ext cx="36000" cy="9360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9" name="四角形: 上の 2 つの角を丸める 8">
              <a:extLst>
                <a:ext uri="{FF2B5EF4-FFF2-40B4-BE49-F238E27FC236}">
                  <a16:creationId xmlns:a16="http://schemas.microsoft.com/office/drawing/2014/main" id="{758A21C0-04FA-11B2-DE06-1E4FE942A0F7}"/>
                </a:ext>
              </a:extLst>
            </p:cNvPr>
            <p:cNvSpPr/>
            <p:nvPr/>
          </p:nvSpPr>
          <p:spPr>
            <a:xfrm rot="5400000">
              <a:off x="7655787" y="-2397435"/>
              <a:ext cx="36000" cy="68400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sp>
        <p:nvSpPr>
          <p:cNvPr id="14" name="四角形: 上の 2 つの角を丸める 13">
            <a:extLst>
              <a:ext uri="{FF2B5EF4-FFF2-40B4-BE49-F238E27FC236}">
                <a16:creationId xmlns:a16="http://schemas.microsoft.com/office/drawing/2014/main" id="{AD30AB57-41C2-D6B3-DCF5-B2B4925246B7}"/>
              </a:ext>
            </a:extLst>
          </p:cNvPr>
          <p:cNvSpPr/>
          <p:nvPr userDrawn="1"/>
        </p:nvSpPr>
        <p:spPr>
          <a:xfrm>
            <a:off x="1847118" y="5026099"/>
            <a:ext cx="36000" cy="5994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15" name="四角形: 上の 2 つの角を丸める 14">
            <a:extLst>
              <a:ext uri="{FF2B5EF4-FFF2-40B4-BE49-F238E27FC236}">
                <a16:creationId xmlns:a16="http://schemas.microsoft.com/office/drawing/2014/main" id="{FA86BEF4-A728-A6BE-F436-4C1392A9B840}"/>
              </a:ext>
            </a:extLst>
          </p:cNvPr>
          <p:cNvSpPr/>
          <p:nvPr userDrawn="1"/>
        </p:nvSpPr>
        <p:spPr>
          <a:xfrm rot="10800000">
            <a:off x="1847118" y="5625499"/>
            <a:ext cx="36000" cy="5994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16" name="タイトル 15">
            <a:extLst>
              <a:ext uri="{FF2B5EF4-FFF2-40B4-BE49-F238E27FC236}">
                <a16:creationId xmlns:a16="http://schemas.microsoft.com/office/drawing/2014/main" id="{B32670ED-20BF-F759-345C-219B2523044B}"/>
              </a:ext>
            </a:extLst>
          </p:cNvPr>
          <p:cNvSpPr>
            <a:spLocks noGrp="1"/>
          </p:cNvSpPr>
          <p:nvPr>
            <p:ph type="title" hasCustomPrompt="1"/>
          </p:nvPr>
        </p:nvSpPr>
        <p:spPr>
          <a:xfrm>
            <a:off x="1429162" y="1521558"/>
            <a:ext cx="10193437" cy="773586"/>
          </a:xfrm>
        </p:spPr>
        <p:txBody>
          <a:bodyPr/>
          <a:lstStyle>
            <a:lvl1pPr>
              <a:lnSpc>
                <a:spcPct val="120000"/>
              </a:lnSpc>
              <a:spcAft>
                <a:spcPts val="0"/>
              </a:spcAft>
              <a:defRPr sz="4000">
                <a:latin typeface="Calibri" panose="020F0502020204030204" pitchFamily="34" charset="0"/>
                <a:cs typeface="Calibri" panose="020F0502020204030204" pitchFamily="34" charset="0"/>
              </a:defRPr>
            </a:lvl1pPr>
          </a:lstStyle>
          <a:p>
            <a:r>
              <a:rPr kumimoji="1" lang="en-US" altLang="ja-JP" dirty="0"/>
              <a:t>Title</a:t>
            </a:r>
            <a:endParaRPr kumimoji="1" lang="ja-JP" altLang="en-US" dirty="0"/>
          </a:p>
        </p:txBody>
      </p:sp>
      <p:pic>
        <p:nvPicPr>
          <p:cNvPr id="3" name="グラフィックス 2">
            <a:extLst>
              <a:ext uri="{FF2B5EF4-FFF2-40B4-BE49-F238E27FC236}">
                <a16:creationId xmlns:a16="http://schemas.microsoft.com/office/drawing/2014/main" id="{09B4EFBA-6FC0-DCAE-952E-2298FE98CEA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99587" y="171869"/>
            <a:ext cx="924324" cy="924324"/>
          </a:xfrm>
          <a:prstGeom prst="rect">
            <a:avLst/>
          </a:prstGeom>
        </p:spPr>
      </p:pic>
      <p:sp>
        <p:nvSpPr>
          <p:cNvPr id="17" name="テキスト プレースホルダー 16">
            <a:extLst>
              <a:ext uri="{FF2B5EF4-FFF2-40B4-BE49-F238E27FC236}">
                <a16:creationId xmlns:a16="http://schemas.microsoft.com/office/drawing/2014/main" id="{55434A47-E5E9-F9F5-B13D-EAB97899A760}"/>
              </a:ext>
            </a:extLst>
          </p:cNvPr>
          <p:cNvSpPr>
            <a:spLocks noGrp="1"/>
          </p:cNvSpPr>
          <p:nvPr>
            <p:ph type="body" sz="quarter" idx="11" hasCustomPrompt="1"/>
          </p:nvPr>
        </p:nvSpPr>
        <p:spPr>
          <a:xfrm>
            <a:off x="2027118" y="5284247"/>
            <a:ext cx="9595481" cy="599400"/>
          </a:xfrm>
        </p:spPr>
        <p:txBody>
          <a:bodyPr/>
          <a:lstStyle>
            <a:lvl1pPr>
              <a:defRPr sz="3200">
                <a:latin typeface="Calibri" panose="020F0502020204030204" pitchFamily="34" charset="0"/>
                <a:cs typeface="Calibri" panose="020F0502020204030204" pitchFamily="34" charset="0"/>
              </a:defRPr>
            </a:lvl1pPr>
          </a:lstStyle>
          <a:p>
            <a:pPr lvl="0"/>
            <a:r>
              <a:rPr kumimoji="1" lang="en-US" altLang="ja-JP" dirty="0"/>
              <a:t>Authors</a:t>
            </a:r>
            <a:endParaRPr kumimoji="1" lang="ja-JP" altLang="en-US" dirty="0"/>
          </a:p>
        </p:txBody>
      </p:sp>
    </p:spTree>
    <p:extLst>
      <p:ext uri="{BB962C8B-B14F-4D97-AF65-F5344CB8AC3E}">
        <p14:creationId xmlns:p14="http://schemas.microsoft.com/office/powerpoint/2010/main" val="1289722797"/>
      </p:ext>
    </p:extLst>
  </p:cSld>
  <p:clrMapOvr>
    <a:masterClrMapping/>
  </p:clrMapOvr>
  <p:transition spd="slow">
    <p:push/>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English">
    <p:spTree>
      <p:nvGrpSpPr>
        <p:cNvPr id="1" name=""/>
        <p:cNvGrpSpPr/>
        <p:nvPr/>
      </p:nvGrpSpPr>
      <p:grpSpPr>
        <a:xfrm>
          <a:off x="0" y="0"/>
          <a:ext cx="0" cy="0"/>
          <a:chOff x="0" y="0"/>
          <a:chExt cx="0" cy="0"/>
        </a:xfrm>
      </p:grpSpPr>
      <p:sp>
        <p:nvSpPr>
          <p:cNvPr id="44" name="テキスト プレースホルダー 5">
            <a:extLst>
              <a:ext uri="{FF2B5EF4-FFF2-40B4-BE49-F238E27FC236}">
                <a16:creationId xmlns:a16="http://schemas.microsoft.com/office/drawing/2014/main" id="{BDFF98CB-BFFC-36E4-BB5E-E4BE30A8C529}"/>
              </a:ext>
            </a:extLst>
          </p:cNvPr>
          <p:cNvSpPr txBox="1">
            <a:spLocks/>
          </p:cNvSpPr>
          <p:nvPr userDrawn="1"/>
        </p:nvSpPr>
        <p:spPr>
          <a:xfrm>
            <a:off x="9420409" y="6697781"/>
            <a:ext cx="2345646"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400" rtl="0" eaLnBrk="1" fontAlgn="auto" latinLnBrk="0" hangingPunct="1">
              <a:lnSpc>
                <a:spcPct val="125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3C3C3C"/>
                </a:solidFill>
                <a:effectLst/>
                <a:uLnTx/>
                <a:uFillTx/>
                <a:latin typeface="Bahnschrift" panose="020B0502040204020203" pitchFamily="34" charset="0"/>
                <a:ea typeface="BIZ UDPゴシック"/>
                <a:cs typeface="Arial" panose="020B0604020202020204" pitchFamily="34" charset="0"/>
              </a:rPr>
              <a:t>Copyright © Tokyo University of Science All Rights Reserved.</a:t>
            </a:r>
            <a:endParaRPr kumimoji="1" lang="ja-JP" altLang="en-US" sz="1600" b="0" i="0" u="none" strike="noStrike" kern="1200" cap="none" spc="0" normalizeH="0" baseline="0" noProof="0">
              <a:ln>
                <a:noFill/>
              </a:ln>
              <a:solidFill>
                <a:srgbClr val="3C3C3C"/>
              </a:solidFill>
              <a:effectLst/>
              <a:uLnTx/>
              <a:uFillTx/>
              <a:latin typeface="Bahnschrift" panose="020B0502040204020203" pitchFamily="34" charset="0"/>
              <a:ea typeface="BIZ UDPゴシック"/>
              <a:cs typeface="Arial" panose="020B0604020202020204" pitchFamily="34" charset="0"/>
            </a:endParaRPr>
          </a:p>
        </p:txBody>
      </p:sp>
      <p:sp>
        <p:nvSpPr>
          <p:cNvPr id="11" name="四角形: 角を丸くする 10">
            <a:extLst>
              <a:ext uri="{FF2B5EF4-FFF2-40B4-BE49-F238E27FC236}">
                <a16:creationId xmlns:a16="http://schemas.microsoft.com/office/drawing/2014/main" id="{781FCC21-CF54-26D6-4BE9-466B1023FD75}"/>
              </a:ext>
            </a:extLst>
          </p:cNvPr>
          <p:cNvSpPr/>
          <p:nvPr userDrawn="1"/>
        </p:nvSpPr>
        <p:spPr>
          <a:xfrm rot="5400000">
            <a:off x="11820273" y="6344972"/>
            <a:ext cx="360000" cy="252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12" name="Google Shape;10;p1">
            <a:extLst>
              <a:ext uri="{FF2B5EF4-FFF2-40B4-BE49-F238E27FC236}">
                <a16:creationId xmlns:a16="http://schemas.microsoft.com/office/drawing/2014/main" id="{E49B94B5-43E2-674D-AD44-8B5697141586}"/>
              </a:ext>
            </a:extLst>
          </p:cNvPr>
          <p:cNvSpPr txBox="1"/>
          <p:nvPr userDrawn="1"/>
        </p:nvSpPr>
        <p:spPr>
          <a:xfrm>
            <a:off x="11874273" y="6471947"/>
            <a:ext cx="252000" cy="387350"/>
          </a:xfrm>
          <a:prstGeom prst="rect">
            <a:avLst/>
          </a:prstGeom>
          <a:solidFill>
            <a:schemeClr val="accent2"/>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endParaRPr kumimoji="1" sz="800" b="0" i="0" u="none" strike="noStrike" kern="1200" cap="none" spc="0" normalizeH="0" baseline="0" noProof="0">
              <a:ln>
                <a:noFill/>
              </a:ln>
              <a:solidFill>
                <a:prstClr val="white"/>
              </a:solidFill>
              <a:effectLst/>
              <a:uLnTx/>
              <a:uFillTx/>
              <a:latin typeface="BIZ UDPゴシック"/>
              <a:ea typeface="Lato Light"/>
              <a:cs typeface="Lato Light"/>
              <a:sym typeface="Lato Light"/>
            </a:endParaRPr>
          </a:p>
        </p:txBody>
      </p:sp>
      <p:sp>
        <p:nvSpPr>
          <p:cNvPr id="13" name="Google Shape;10;p1">
            <a:extLst>
              <a:ext uri="{FF2B5EF4-FFF2-40B4-BE49-F238E27FC236}">
                <a16:creationId xmlns:a16="http://schemas.microsoft.com/office/drawing/2014/main" id="{620C595C-29F3-7AAA-E7BB-E81652DB6A75}"/>
              </a:ext>
            </a:extLst>
          </p:cNvPr>
          <p:cNvSpPr txBox="1"/>
          <p:nvPr userDrawn="1"/>
        </p:nvSpPr>
        <p:spPr>
          <a:xfrm>
            <a:off x="11881265" y="6426276"/>
            <a:ext cx="238016" cy="275495"/>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fld id="{68FD4C65-A019-44E2-90C0-9B175D997451}" type="slidenum">
              <a:rPr kumimoji="1" lang="en-US" sz="800" b="0" i="0" u="none" strike="noStrike" kern="1200" cap="none" spc="0" normalizeH="0" baseline="0" noProof="0" smtClean="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rPr>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t>‹#›</a:t>
            </a:fld>
            <a:endParaRPr kumimoji="1" sz="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endParaRPr>
          </a:p>
        </p:txBody>
      </p:sp>
      <p:sp>
        <p:nvSpPr>
          <p:cNvPr id="2" name="テキスト プレースホルダー 13">
            <a:extLst>
              <a:ext uri="{FF2B5EF4-FFF2-40B4-BE49-F238E27FC236}">
                <a16:creationId xmlns:a16="http://schemas.microsoft.com/office/drawing/2014/main" id="{679A6766-72C6-B377-B4FC-454AC0AF8CA8}"/>
              </a:ext>
            </a:extLst>
          </p:cNvPr>
          <p:cNvSpPr txBox="1">
            <a:spLocks/>
          </p:cNvSpPr>
          <p:nvPr userDrawn="1"/>
        </p:nvSpPr>
        <p:spPr>
          <a:xfrm>
            <a:off x="1055688" y="463352"/>
            <a:ext cx="2020887" cy="553998"/>
          </a:xfrm>
          <a:prstGeom prst="rect">
            <a:avLst/>
          </a:prstGeom>
        </p:spPr>
        <p:txBody>
          <a:bodyPr vert="horz" wrap="square" lIns="0" tIns="0" rIns="0" bIns="0" rtlCol="0">
            <a:spAutoFit/>
          </a:bodyPr>
          <a:lstStyle>
            <a:lvl1pPr marL="0" indent="0" algn="r" defTabSz="914400" rtl="0" eaLnBrk="1" latinLnBrk="0" hangingPunct="1">
              <a:lnSpc>
                <a:spcPct val="100000"/>
              </a:lnSpc>
              <a:spcBef>
                <a:spcPts val="0"/>
              </a:spcBef>
              <a:buFontTx/>
              <a:buNone/>
              <a:defRPr kumimoji="1" sz="30000" kern="1200">
                <a:ln w="19050">
                  <a:solidFill>
                    <a:schemeClr val="tx2"/>
                  </a:solidFill>
                </a:ln>
                <a:no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2pPr>
            <a:lvl3pPr marL="9144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3pPr>
            <a:lvl4pPr marL="13716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4pPr>
            <a:lvl5pPr marL="1828800" indent="0" algn="l" defTabSz="914400" rtl="0" eaLnBrk="1" latinLnBrk="0" hangingPunct="1">
              <a:lnSpc>
                <a:spcPct val="125000"/>
              </a:lnSpc>
              <a:spcBef>
                <a:spcPts val="0"/>
              </a:spcBef>
              <a:buFontTx/>
              <a:buNone/>
              <a:defRPr kumimoji="1" sz="1600" kern="1200">
                <a:solidFill>
                  <a:schemeClr val="bg1"/>
                </a:solidFill>
                <a:latin typeface="Arial Black" panose="020B0A04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3600" b="0" i="0" u="none" strike="noStrike" kern="1200" cap="none" spc="0" normalizeH="0" baseline="0" noProof="0" dirty="0">
                <a:ln w="12700">
                  <a:noFill/>
                </a:ln>
                <a:solidFill>
                  <a:srgbClr val="2C4160"/>
                </a:solidFill>
                <a:effectLst/>
                <a:uLnTx/>
                <a:uFillTx/>
                <a:latin typeface="Calibri" panose="020F0502020204030204" pitchFamily="34" charset="0"/>
                <a:ea typeface="Calibri" panose="020F0502020204030204" pitchFamily="34" charset="0"/>
                <a:cs typeface="Calibri" panose="020F0502020204030204" pitchFamily="34" charset="0"/>
              </a:rPr>
              <a:t>Contents</a:t>
            </a:r>
          </a:p>
        </p:txBody>
      </p:sp>
      <p:grpSp>
        <p:nvGrpSpPr>
          <p:cNvPr id="3" name="グループ化 2">
            <a:extLst>
              <a:ext uri="{FF2B5EF4-FFF2-40B4-BE49-F238E27FC236}">
                <a16:creationId xmlns:a16="http://schemas.microsoft.com/office/drawing/2014/main" id="{1232B15D-DCC5-67E5-4B87-5AF8C92DF50B}"/>
              </a:ext>
            </a:extLst>
          </p:cNvPr>
          <p:cNvGrpSpPr/>
          <p:nvPr userDrawn="1"/>
        </p:nvGrpSpPr>
        <p:grpSpPr>
          <a:xfrm rot="16200000">
            <a:off x="1973688" y="217946"/>
            <a:ext cx="36000" cy="1872000"/>
            <a:chOff x="3000911" y="5142393"/>
            <a:chExt cx="36000" cy="1350400"/>
          </a:xfrm>
        </p:grpSpPr>
        <p:sp>
          <p:nvSpPr>
            <p:cNvPr id="4" name="四角形: 上の 2 つの角を丸める 3">
              <a:extLst>
                <a:ext uri="{FF2B5EF4-FFF2-40B4-BE49-F238E27FC236}">
                  <a16:creationId xmlns:a16="http://schemas.microsoft.com/office/drawing/2014/main" id="{272A3A30-97A9-6F09-E574-BEB7C139778C}"/>
                </a:ext>
              </a:extLst>
            </p:cNvPr>
            <p:cNvSpPr/>
            <p:nvPr/>
          </p:nvSpPr>
          <p:spPr>
            <a:xfrm>
              <a:off x="3000911" y="5142393"/>
              <a:ext cx="36000" cy="6752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5" name="四角形: 上の 2 つの角を丸める 4">
              <a:extLst>
                <a:ext uri="{FF2B5EF4-FFF2-40B4-BE49-F238E27FC236}">
                  <a16:creationId xmlns:a16="http://schemas.microsoft.com/office/drawing/2014/main" id="{EB182A56-8503-2E12-E2E2-433A724055F8}"/>
                </a:ext>
              </a:extLst>
            </p:cNvPr>
            <p:cNvSpPr/>
            <p:nvPr/>
          </p:nvSpPr>
          <p:spPr>
            <a:xfrm rot="10800000">
              <a:off x="3000911" y="5817593"/>
              <a:ext cx="36000" cy="6752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sp>
        <p:nvSpPr>
          <p:cNvPr id="10" name="テキスト プレースホルダー 9">
            <a:extLst>
              <a:ext uri="{FF2B5EF4-FFF2-40B4-BE49-F238E27FC236}">
                <a16:creationId xmlns:a16="http://schemas.microsoft.com/office/drawing/2014/main" id="{1BC913F7-794C-08C1-3D89-B42FE113D548}"/>
              </a:ext>
            </a:extLst>
          </p:cNvPr>
          <p:cNvSpPr>
            <a:spLocks noGrp="1"/>
          </p:cNvSpPr>
          <p:nvPr>
            <p:ph type="body" sz="quarter" idx="10" hasCustomPrompt="1"/>
          </p:nvPr>
        </p:nvSpPr>
        <p:spPr>
          <a:xfrm>
            <a:off x="1523688" y="1701478"/>
            <a:ext cx="9885600" cy="427489"/>
          </a:xfrm>
        </p:spPr>
        <p:txBody>
          <a:bodyPr>
            <a:spAutoFit/>
          </a:bodyPr>
          <a:lstStyle>
            <a:lvl1pPr marL="540000" indent="-540000">
              <a:spcAft>
                <a:spcPts val="1200"/>
              </a:spcAft>
              <a:buClr>
                <a:schemeClr val="accent1"/>
              </a:buClr>
              <a:buFont typeface="+mj-lt"/>
              <a:buAutoNum type="arabicPeriod"/>
              <a:defRPr sz="2400" b="1">
                <a:solidFill>
                  <a:schemeClr val="accent1"/>
                </a:solidFill>
                <a:latin typeface="Calibri" panose="020F0502020204030204" pitchFamily="34" charset="0"/>
                <a:ea typeface="+mj-ea"/>
                <a:cs typeface="Calibri" panose="020F0502020204030204" pitchFamily="34" charset="0"/>
              </a:defRPr>
            </a:lvl1pPr>
            <a:lvl2pPr marL="540000" indent="-540000">
              <a:buClr>
                <a:schemeClr val="accent1"/>
              </a:buClr>
              <a:buFont typeface="+mj-lt"/>
              <a:buAutoNum type="arabicPeriod"/>
              <a:defRPr sz="2400" b="1">
                <a:latin typeface="+mj-ea"/>
                <a:ea typeface="+mj-ea"/>
              </a:defRPr>
            </a:lvl2pPr>
            <a:lvl3pPr marL="540000" indent="-540000">
              <a:buClr>
                <a:schemeClr val="accent1"/>
              </a:buClr>
              <a:buFont typeface="+mj-lt"/>
              <a:buAutoNum type="arabicPeriod"/>
              <a:defRPr sz="2400" b="1">
                <a:latin typeface="+mj-ea"/>
                <a:ea typeface="+mj-ea"/>
              </a:defRPr>
            </a:lvl3pPr>
            <a:lvl4pPr marL="540000" indent="-540000">
              <a:buClr>
                <a:schemeClr val="accent1"/>
              </a:buClr>
              <a:buFont typeface="+mj-lt"/>
              <a:buAutoNum type="arabicPeriod"/>
              <a:defRPr sz="2400" b="1">
                <a:latin typeface="+mj-ea"/>
                <a:ea typeface="+mj-ea"/>
              </a:defRPr>
            </a:lvl4pPr>
            <a:lvl5pPr marL="540000" indent="-540000">
              <a:buClr>
                <a:schemeClr val="accent1"/>
              </a:buClr>
              <a:buFont typeface="+mj-lt"/>
              <a:buAutoNum type="arabicPeriod"/>
              <a:defRPr sz="2400" b="1">
                <a:latin typeface="+mj-ea"/>
                <a:ea typeface="+mj-ea"/>
              </a:defRPr>
            </a:lvl5pPr>
          </a:lstStyle>
          <a:p>
            <a:pPr lvl="0"/>
            <a:r>
              <a:rPr kumimoji="1" lang="en-US" altLang="ja-JP" dirty="0"/>
              <a:t>Master Text Style</a:t>
            </a:r>
            <a:endParaRPr kumimoji="1" lang="ja-JP" altLang="en-US" dirty="0"/>
          </a:p>
        </p:txBody>
      </p:sp>
    </p:spTree>
    <p:extLst>
      <p:ext uri="{BB962C8B-B14F-4D97-AF65-F5344CB8AC3E}">
        <p14:creationId xmlns:p14="http://schemas.microsoft.com/office/powerpoint/2010/main" val="4010117200"/>
      </p:ext>
    </p:extLst>
  </p:cSld>
  <p:clrMapOvr>
    <a:masterClrMapping/>
  </p:clrMapOvr>
  <p:extLst>
    <p:ext uri="{DCECCB84-F9BA-43D5-87BE-67443E8EF086}">
      <p15:sldGuideLst xmlns:p15="http://schemas.microsoft.com/office/powerpoint/2012/main">
        <p15:guide id="2" pos="665">
          <p15:clr>
            <a:srgbClr val="FBAE40"/>
          </p15:clr>
        </p15:guide>
        <p15:guide id="3" pos="7310">
          <p15:clr>
            <a:srgbClr val="FBAE40"/>
          </p15:clr>
        </p15:guide>
        <p15:guide id="4" orient="horz" pos="404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obira-English">
    <p:spTree>
      <p:nvGrpSpPr>
        <p:cNvPr id="1" name=""/>
        <p:cNvGrpSpPr/>
        <p:nvPr/>
      </p:nvGrpSpPr>
      <p:grpSpPr>
        <a:xfrm>
          <a:off x="0" y="0"/>
          <a:ext cx="0" cy="0"/>
          <a:chOff x="0" y="0"/>
          <a:chExt cx="0" cy="0"/>
        </a:xfrm>
      </p:grpSpPr>
      <p:sp>
        <p:nvSpPr>
          <p:cNvPr id="10" name="テキスト プレースホルダー 9">
            <a:extLst>
              <a:ext uri="{FF2B5EF4-FFF2-40B4-BE49-F238E27FC236}">
                <a16:creationId xmlns:a16="http://schemas.microsoft.com/office/drawing/2014/main" id="{D6E06191-E30E-43B9-FE4F-5689EDC6CA7F}"/>
              </a:ext>
            </a:extLst>
          </p:cNvPr>
          <p:cNvSpPr>
            <a:spLocks noGrp="1"/>
          </p:cNvSpPr>
          <p:nvPr>
            <p:ph type="body" sz="quarter" idx="11" hasCustomPrompt="1"/>
          </p:nvPr>
        </p:nvSpPr>
        <p:spPr>
          <a:xfrm>
            <a:off x="1993622" y="1571092"/>
            <a:ext cx="9109447" cy="551561"/>
          </a:xfrm>
        </p:spPr>
        <p:txBody>
          <a:bodyPr wrap="square" lIns="0" tIns="0" rIns="0" bIns="0" anchor="b" anchorCtr="0">
            <a:spAutoFit/>
          </a:bodyPr>
          <a:lstStyle>
            <a:lvl1pPr marL="0" indent="0">
              <a:lnSpc>
                <a:spcPct val="120000"/>
              </a:lnSpc>
              <a:spcBef>
                <a:spcPts val="0"/>
              </a:spcBef>
              <a:buFontTx/>
              <a:buNone/>
              <a:defRPr sz="3200" b="1">
                <a:solidFill>
                  <a:schemeClr val="tx2"/>
                </a:solidFill>
                <a:latin typeface="Calibri" panose="020F0502020204030204" pitchFamily="34" charset="0"/>
                <a:ea typeface="+mj-ea"/>
                <a:cs typeface="Calibri" panose="020F0502020204030204" pitchFamily="34" charset="0"/>
              </a:defRPr>
            </a:lvl1pPr>
            <a:lvl2pPr marL="457200" indent="0">
              <a:buFontTx/>
              <a:buNone/>
              <a:defRPr b="1">
                <a:solidFill>
                  <a:schemeClr val="bg1"/>
                </a:solidFill>
                <a:latin typeface="+mj-ea"/>
                <a:ea typeface="+mj-ea"/>
              </a:defRPr>
            </a:lvl2pPr>
            <a:lvl3pPr marL="914400" indent="0">
              <a:buFontTx/>
              <a:buNone/>
              <a:defRPr b="1">
                <a:solidFill>
                  <a:schemeClr val="bg1"/>
                </a:solidFill>
                <a:latin typeface="+mj-ea"/>
                <a:ea typeface="+mj-ea"/>
              </a:defRPr>
            </a:lvl3pPr>
            <a:lvl4pPr marL="1371600" indent="0">
              <a:buFontTx/>
              <a:buNone/>
              <a:defRPr b="1">
                <a:solidFill>
                  <a:schemeClr val="bg1"/>
                </a:solidFill>
                <a:latin typeface="+mj-ea"/>
                <a:ea typeface="+mj-ea"/>
              </a:defRPr>
            </a:lvl4pPr>
            <a:lvl5pPr marL="1828800" indent="0">
              <a:buFontTx/>
              <a:buNone/>
              <a:defRPr b="1">
                <a:solidFill>
                  <a:schemeClr val="bg1"/>
                </a:solidFill>
                <a:latin typeface="+mj-ea"/>
                <a:ea typeface="+mj-ea"/>
              </a:defRPr>
            </a:lvl5pPr>
          </a:lstStyle>
          <a:p>
            <a:pPr lvl="0"/>
            <a:r>
              <a:rPr kumimoji="1" lang="en-US" altLang="ja-JP" dirty="0"/>
              <a:t>Master Text Style</a:t>
            </a:r>
            <a:endParaRPr kumimoji="1" lang="ja-JP" altLang="en-US" dirty="0"/>
          </a:p>
        </p:txBody>
      </p:sp>
      <p:sp>
        <p:nvSpPr>
          <p:cNvPr id="12" name="テキスト プレースホルダー 9">
            <a:extLst>
              <a:ext uri="{FF2B5EF4-FFF2-40B4-BE49-F238E27FC236}">
                <a16:creationId xmlns:a16="http://schemas.microsoft.com/office/drawing/2014/main" id="{4AA1B98C-39AF-E8E8-B0D3-BDD8EAE57CF4}"/>
              </a:ext>
            </a:extLst>
          </p:cNvPr>
          <p:cNvSpPr>
            <a:spLocks noGrp="1"/>
          </p:cNvSpPr>
          <p:nvPr>
            <p:ph type="body" sz="quarter" idx="12" hasCustomPrompt="1"/>
          </p:nvPr>
        </p:nvSpPr>
        <p:spPr>
          <a:xfrm>
            <a:off x="1993622" y="2570613"/>
            <a:ext cx="9109447" cy="356251"/>
          </a:xfrm>
        </p:spPr>
        <p:txBody>
          <a:bodyPr wrap="square" lIns="0" tIns="0" rIns="0" bIns="0">
            <a:spAutoFit/>
          </a:bodyPr>
          <a:lstStyle>
            <a:lvl1pPr marL="0" indent="0">
              <a:buFontTx/>
              <a:buNone/>
              <a:defRPr sz="2000" b="1">
                <a:solidFill>
                  <a:schemeClr val="tx2"/>
                </a:solidFill>
                <a:latin typeface="Calibri" panose="020F0502020204030204" pitchFamily="34" charset="0"/>
                <a:ea typeface="+mj-ea"/>
                <a:cs typeface="Calibri" panose="020F0502020204030204" pitchFamily="34" charset="0"/>
              </a:defRPr>
            </a:lvl1pPr>
            <a:lvl2pPr marL="457200" indent="0">
              <a:buFontTx/>
              <a:buNone/>
              <a:defRPr b="1">
                <a:solidFill>
                  <a:schemeClr val="bg1"/>
                </a:solidFill>
                <a:latin typeface="+mj-ea"/>
                <a:ea typeface="+mj-ea"/>
              </a:defRPr>
            </a:lvl2pPr>
            <a:lvl3pPr marL="914400" indent="0">
              <a:buFontTx/>
              <a:buNone/>
              <a:defRPr b="1">
                <a:solidFill>
                  <a:schemeClr val="bg1"/>
                </a:solidFill>
                <a:latin typeface="+mj-ea"/>
                <a:ea typeface="+mj-ea"/>
              </a:defRPr>
            </a:lvl3pPr>
            <a:lvl4pPr marL="1371600" indent="0">
              <a:buFontTx/>
              <a:buNone/>
              <a:defRPr b="1">
                <a:solidFill>
                  <a:schemeClr val="bg1"/>
                </a:solidFill>
                <a:latin typeface="+mj-ea"/>
                <a:ea typeface="+mj-ea"/>
              </a:defRPr>
            </a:lvl4pPr>
            <a:lvl5pPr marL="1828800" indent="0">
              <a:buFontTx/>
              <a:buNone/>
              <a:defRPr b="1">
                <a:solidFill>
                  <a:schemeClr val="bg1"/>
                </a:solidFill>
                <a:latin typeface="+mj-ea"/>
                <a:ea typeface="+mj-ea"/>
              </a:defRPr>
            </a:lvl5pPr>
          </a:lstStyle>
          <a:p>
            <a:pPr lvl="0"/>
            <a:r>
              <a:rPr kumimoji="1" lang="en-US" altLang="ja-JP" dirty="0"/>
              <a:t>Subtitle</a:t>
            </a:r>
            <a:endParaRPr kumimoji="1" lang="ja-JP" altLang="en-US" dirty="0"/>
          </a:p>
        </p:txBody>
      </p:sp>
      <p:sp>
        <p:nvSpPr>
          <p:cNvPr id="44" name="テキスト プレースホルダー 5">
            <a:extLst>
              <a:ext uri="{FF2B5EF4-FFF2-40B4-BE49-F238E27FC236}">
                <a16:creationId xmlns:a16="http://schemas.microsoft.com/office/drawing/2014/main" id="{BDFF98CB-BFFC-36E4-BB5E-E4BE30A8C529}"/>
              </a:ext>
            </a:extLst>
          </p:cNvPr>
          <p:cNvSpPr txBox="1">
            <a:spLocks/>
          </p:cNvSpPr>
          <p:nvPr userDrawn="1"/>
        </p:nvSpPr>
        <p:spPr>
          <a:xfrm>
            <a:off x="9435985" y="6723474"/>
            <a:ext cx="2345646"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400" rtl="0" eaLnBrk="1" fontAlgn="auto" latinLnBrk="0" hangingPunct="1">
              <a:lnSpc>
                <a:spcPct val="125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3C3C3C"/>
                </a:solidFill>
                <a:effectLst/>
                <a:uLnTx/>
                <a:uFillTx/>
                <a:latin typeface="Bahnschrift" panose="020B0502040204020203" pitchFamily="34" charset="0"/>
                <a:ea typeface="BIZ UDPゴシック"/>
                <a:cs typeface="Arial" panose="020B0604020202020204" pitchFamily="34" charset="0"/>
              </a:rPr>
              <a:t>Copyright © Tokyo University of Science All Rights Reserved.</a:t>
            </a:r>
            <a:endParaRPr kumimoji="1" lang="ja-JP" altLang="en-US" sz="1600" b="0" i="0" u="none" strike="noStrike" kern="1200" cap="none" spc="0" normalizeH="0" baseline="0" noProof="0" dirty="0">
              <a:ln>
                <a:noFill/>
              </a:ln>
              <a:solidFill>
                <a:srgbClr val="3C3C3C"/>
              </a:solidFill>
              <a:effectLst/>
              <a:uLnTx/>
              <a:uFillTx/>
              <a:latin typeface="Bahnschrift" panose="020B0502040204020203" pitchFamily="34" charset="0"/>
              <a:ea typeface="BIZ UDPゴシック"/>
              <a:cs typeface="Arial" panose="020B0604020202020204" pitchFamily="34" charset="0"/>
            </a:endParaRPr>
          </a:p>
        </p:txBody>
      </p:sp>
      <p:sp>
        <p:nvSpPr>
          <p:cNvPr id="13" name="四角形: 上の 2 つの角を丸める 12">
            <a:extLst>
              <a:ext uri="{FF2B5EF4-FFF2-40B4-BE49-F238E27FC236}">
                <a16:creationId xmlns:a16="http://schemas.microsoft.com/office/drawing/2014/main" id="{6B0F0D73-1766-0FE0-3812-133EAF14B5E4}"/>
              </a:ext>
            </a:extLst>
          </p:cNvPr>
          <p:cNvSpPr/>
          <p:nvPr/>
        </p:nvSpPr>
        <p:spPr>
          <a:xfrm rot="16200000">
            <a:off x="2443622" y="1937747"/>
            <a:ext cx="36000" cy="9360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14" name="四角形: 上の 2 つの角を丸める 13">
            <a:extLst>
              <a:ext uri="{FF2B5EF4-FFF2-40B4-BE49-F238E27FC236}">
                <a16:creationId xmlns:a16="http://schemas.microsoft.com/office/drawing/2014/main" id="{9C37F7C3-3AF5-3274-BB37-6E68B397BEB6}"/>
              </a:ext>
            </a:extLst>
          </p:cNvPr>
          <p:cNvSpPr/>
          <p:nvPr/>
        </p:nvSpPr>
        <p:spPr>
          <a:xfrm rot="5400000">
            <a:off x="7051622" y="-1734253"/>
            <a:ext cx="36000" cy="82800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6" name="四角形: 角を丸くする 5">
            <a:extLst>
              <a:ext uri="{FF2B5EF4-FFF2-40B4-BE49-F238E27FC236}">
                <a16:creationId xmlns:a16="http://schemas.microsoft.com/office/drawing/2014/main" id="{F7702F90-66F6-0D68-5DC2-54C91201DDAD}"/>
              </a:ext>
            </a:extLst>
          </p:cNvPr>
          <p:cNvSpPr/>
          <p:nvPr userDrawn="1"/>
        </p:nvSpPr>
        <p:spPr>
          <a:xfrm rot="5400000">
            <a:off x="11820273" y="6366675"/>
            <a:ext cx="360000" cy="252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7" name="Google Shape;10;p1">
            <a:extLst>
              <a:ext uri="{FF2B5EF4-FFF2-40B4-BE49-F238E27FC236}">
                <a16:creationId xmlns:a16="http://schemas.microsoft.com/office/drawing/2014/main" id="{CFDD72B2-3949-159A-09EB-D7EF640DCEA0}"/>
              </a:ext>
            </a:extLst>
          </p:cNvPr>
          <p:cNvSpPr txBox="1"/>
          <p:nvPr userDrawn="1"/>
        </p:nvSpPr>
        <p:spPr>
          <a:xfrm>
            <a:off x="11874273" y="6493650"/>
            <a:ext cx="252000" cy="387350"/>
          </a:xfrm>
          <a:prstGeom prst="rect">
            <a:avLst/>
          </a:prstGeom>
          <a:solidFill>
            <a:schemeClr val="accent2"/>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endParaRPr kumimoji="1" sz="800" b="0" i="0" u="none" strike="noStrike" kern="1200" cap="none" spc="0" normalizeH="0" baseline="0" noProof="0">
              <a:ln>
                <a:noFill/>
              </a:ln>
              <a:solidFill>
                <a:prstClr val="white"/>
              </a:solidFill>
              <a:effectLst/>
              <a:uLnTx/>
              <a:uFillTx/>
              <a:latin typeface="BIZ UDPゴシック"/>
              <a:ea typeface="Lato Light"/>
              <a:cs typeface="Lato Light"/>
              <a:sym typeface="Lato Light"/>
            </a:endParaRPr>
          </a:p>
        </p:txBody>
      </p:sp>
      <p:sp>
        <p:nvSpPr>
          <p:cNvPr id="8" name="Google Shape;10;p1">
            <a:extLst>
              <a:ext uri="{FF2B5EF4-FFF2-40B4-BE49-F238E27FC236}">
                <a16:creationId xmlns:a16="http://schemas.microsoft.com/office/drawing/2014/main" id="{BE0FFF2B-70C2-3297-D5CB-D91DCE978E14}"/>
              </a:ext>
            </a:extLst>
          </p:cNvPr>
          <p:cNvSpPr txBox="1"/>
          <p:nvPr userDrawn="1"/>
        </p:nvSpPr>
        <p:spPr>
          <a:xfrm>
            <a:off x="11881265" y="6447979"/>
            <a:ext cx="238016" cy="275495"/>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fld id="{CA7D58E8-626A-438D-8938-6D39A548A39E}" type="slidenum">
              <a:rPr kumimoji="1" lang="en-US" sz="800" b="0" i="0" u="none" strike="noStrike" kern="1200" cap="none" spc="0" normalizeH="0" baseline="0" noProof="0" smtClean="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rPr>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t>‹#›</a:t>
            </a:fld>
            <a:endParaRPr kumimoji="1" sz="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endParaRPr>
          </a:p>
        </p:txBody>
      </p:sp>
      <p:sp>
        <p:nvSpPr>
          <p:cNvPr id="11" name="テキスト プレースホルダー 5">
            <a:extLst>
              <a:ext uri="{FF2B5EF4-FFF2-40B4-BE49-F238E27FC236}">
                <a16:creationId xmlns:a16="http://schemas.microsoft.com/office/drawing/2014/main" id="{FD00CA9B-780D-F072-F82A-B24DFE3DFBBB}"/>
              </a:ext>
            </a:extLst>
          </p:cNvPr>
          <p:cNvSpPr>
            <a:spLocks noGrp="1"/>
          </p:cNvSpPr>
          <p:nvPr>
            <p:ph type="body" sz="quarter" idx="10" hasCustomPrompt="1"/>
          </p:nvPr>
        </p:nvSpPr>
        <p:spPr>
          <a:xfrm>
            <a:off x="7657985" y="2419175"/>
            <a:ext cx="3556000" cy="4308872"/>
          </a:xfrm>
        </p:spPr>
        <p:txBody>
          <a:bodyPr lIns="0" tIns="0" rIns="0" bIns="0">
            <a:spAutoFit/>
          </a:bodyPr>
          <a:lstStyle>
            <a:lvl1pPr marL="0" indent="0" algn="r">
              <a:lnSpc>
                <a:spcPct val="100000"/>
              </a:lnSpc>
              <a:spcBef>
                <a:spcPts val="0"/>
              </a:spcBef>
              <a:buFontTx/>
              <a:buNone/>
              <a:defRPr sz="28000">
                <a:ln w="19050">
                  <a:noFill/>
                </a:ln>
                <a:solidFill>
                  <a:schemeClr val="accent1"/>
                </a:solidFill>
                <a:latin typeface="Bahnschrift" panose="020B0502040204020203" pitchFamily="34" charset="0"/>
                <a:cs typeface="Arial" panose="020B0604020202020204" pitchFamily="34" charset="0"/>
              </a:defRPr>
            </a:lvl1pPr>
            <a:lvl2pPr marL="457200" indent="0">
              <a:buFontTx/>
              <a:buNone/>
              <a:defRPr>
                <a:solidFill>
                  <a:schemeClr val="bg1"/>
                </a:solidFill>
                <a:latin typeface="Arial Black" panose="020B0A04020102020204" pitchFamily="34" charset="0"/>
              </a:defRPr>
            </a:lvl2pPr>
            <a:lvl3pPr marL="914400" indent="0">
              <a:buFontTx/>
              <a:buNone/>
              <a:defRPr>
                <a:solidFill>
                  <a:schemeClr val="bg1"/>
                </a:solidFill>
                <a:latin typeface="Arial Black" panose="020B0A04020102020204" pitchFamily="34" charset="0"/>
              </a:defRPr>
            </a:lvl3pPr>
            <a:lvl4pPr marL="1371600" indent="0">
              <a:buFontTx/>
              <a:buNone/>
              <a:defRPr>
                <a:solidFill>
                  <a:schemeClr val="bg1"/>
                </a:solidFill>
                <a:latin typeface="Arial Black" panose="020B0A04020102020204" pitchFamily="34" charset="0"/>
              </a:defRPr>
            </a:lvl4pPr>
            <a:lvl5pPr marL="1828800" indent="0">
              <a:buFontTx/>
              <a:buNone/>
              <a:defRPr>
                <a:solidFill>
                  <a:schemeClr val="bg1"/>
                </a:solidFill>
                <a:latin typeface="Arial Black" panose="020B0A04020102020204" pitchFamily="34" charset="0"/>
              </a:defRPr>
            </a:lvl5pPr>
          </a:lstStyle>
          <a:p>
            <a:pPr lvl="0"/>
            <a:r>
              <a:rPr kumimoji="1" lang="en-US" altLang="ja-JP" dirty="0"/>
              <a:t>1</a:t>
            </a:r>
            <a:endParaRPr kumimoji="1" lang="ja-JP" altLang="en-US" dirty="0"/>
          </a:p>
        </p:txBody>
      </p:sp>
    </p:spTree>
    <p:extLst>
      <p:ext uri="{BB962C8B-B14F-4D97-AF65-F5344CB8AC3E}">
        <p14:creationId xmlns:p14="http://schemas.microsoft.com/office/powerpoint/2010/main" val="1017211257"/>
      </p:ext>
    </p:extLst>
  </p:cSld>
  <p:clrMapOvr>
    <a:masterClrMapping/>
  </p:clrMapOvr>
  <p:extLst>
    <p:ext uri="{DCECCB84-F9BA-43D5-87BE-67443E8EF086}">
      <p15:sldGuideLst xmlns:p15="http://schemas.microsoft.com/office/powerpoint/2012/main">
        <p15:guide id="2" pos="665">
          <p15:clr>
            <a:srgbClr val="FBAE40"/>
          </p15:clr>
        </p15:guide>
        <p15:guide id="3" pos="7310">
          <p15:clr>
            <a:srgbClr val="FBAE40"/>
          </p15:clr>
        </p15:guide>
        <p15:guide id="4" orient="horz" pos="404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ase-English">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B0B6E08-C0AF-E90C-22A3-B30728C86787}"/>
              </a:ext>
            </a:extLst>
          </p:cNvPr>
          <p:cNvSpPr>
            <a:spLocks noGrp="1"/>
          </p:cNvSpPr>
          <p:nvPr>
            <p:ph type="title" hasCustomPrompt="1"/>
          </p:nvPr>
        </p:nvSpPr>
        <p:spPr>
          <a:xfrm>
            <a:off x="1055688" y="450900"/>
            <a:ext cx="10656000" cy="492443"/>
          </a:xfrm>
          <a:prstGeom prst="rect">
            <a:avLst/>
          </a:prstGeom>
        </p:spPr>
        <p:txBody>
          <a:bodyPr wrap="square" lIns="0" tIns="0" rIns="0" bIns="0" anchor="t" anchorCtr="0">
            <a:spAutoFit/>
          </a:bodyPr>
          <a:lstStyle>
            <a:lvl1pPr>
              <a:lnSpc>
                <a:spcPct val="100000"/>
              </a:lnSpc>
              <a:defRPr sz="3200" b="1" kern="0" spc="100" baseline="0">
                <a:solidFill>
                  <a:schemeClr val="accent3">
                    <a:lumMod val="75000"/>
                  </a:schemeClr>
                </a:solidFill>
                <a:latin typeface="Calibri" panose="020F0502020204030204" pitchFamily="34" charset="0"/>
                <a:cs typeface="Calibri" panose="020F0502020204030204" pitchFamily="34" charset="0"/>
              </a:defRPr>
            </a:lvl1pPr>
          </a:lstStyle>
          <a:p>
            <a:r>
              <a:rPr kumimoji="1" lang="en-US" altLang="ja-JP" dirty="0"/>
              <a:t>title</a:t>
            </a:r>
            <a:endParaRPr kumimoji="1" lang="ja-JP" altLang="en-US" dirty="0"/>
          </a:p>
        </p:txBody>
      </p:sp>
      <p:sp>
        <p:nvSpPr>
          <p:cNvPr id="37" name="テキスト プレースホルダー 3">
            <a:extLst>
              <a:ext uri="{FF2B5EF4-FFF2-40B4-BE49-F238E27FC236}">
                <a16:creationId xmlns:a16="http://schemas.microsoft.com/office/drawing/2014/main" id="{4EC2F0A7-7B11-2C83-F3E4-212B02AA0A32}"/>
              </a:ext>
            </a:extLst>
          </p:cNvPr>
          <p:cNvSpPr>
            <a:spLocks noGrp="1"/>
          </p:cNvSpPr>
          <p:nvPr>
            <p:ph type="body" sz="half" idx="12" hasCustomPrompt="1"/>
          </p:nvPr>
        </p:nvSpPr>
        <p:spPr>
          <a:xfrm>
            <a:off x="1055687" y="1223999"/>
            <a:ext cx="10655999" cy="492443"/>
          </a:xfrm>
        </p:spPr>
        <p:txBody>
          <a:bodyPr wrap="square" lIns="0" tIns="0" rIns="0" bIns="0">
            <a:spAutoFit/>
          </a:bodyPr>
          <a:lstStyle>
            <a:lvl1pPr marL="0" indent="0">
              <a:lnSpc>
                <a:spcPct val="120000"/>
              </a:lnSpc>
              <a:spcBef>
                <a:spcPts val="0"/>
              </a:spcBef>
              <a:spcAft>
                <a:spcPts val="300"/>
              </a:spcAft>
              <a:buNone/>
              <a:defRPr sz="2800">
                <a:solidFill>
                  <a:schemeClr val="tx1"/>
                </a:solidFill>
                <a:latin typeface="Calibri" panose="020F0502020204030204" pitchFamily="34" charset="0"/>
                <a:ea typeface="+mn-ea"/>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en-US" altLang="ja-JP" dirty="0"/>
              <a:t>Topic-sentence</a:t>
            </a:r>
            <a:endParaRPr kumimoji="1" lang="ja-JP" altLang="en-US" dirty="0"/>
          </a:p>
        </p:txBody>
      </p:sp>
      <p:sp>
        <p:nvSpPr>
          <p:cNvPr id="38" name="テキスト プレースホルダー 3">
            <a:extLst>
              <a:ext uri="{FF2B5EF4-FFF2-40B4-BE49-F238E27FC236}">
                <a16:creationId xmlns:a16="http://schemas.microsoft.com/office/drawing/2014/main" id="{4E4E4F13-1F21-6EB9-6A6A-8A4905E86E4C}"/>
              </a:ext>
            </a:extLst>
          </p:cNvPr>
          <p:cNvSpPr>
            <a:spLocks noGrp="1"/>
          </p:cNvSpPr>
          <p:nvPr>
            <p:ph type="body" sz="half" idx="13" hasCustomPrompt="1"/>
          </p:nvPr>
        </p:nvSpPr>
        <p:spPr>
          <a:xfrm>
            <a:off x="1055688" y="6535369"/>
            <a:ext cx="7668000" cy="172355"/>
          </a:xfrm>
        </p:spPr>
        <p:txBody>
          <a:bodyPr wrap="square" lIns="0" tIns="0" rIns="0" bIns="0">
            <a:spAutoFit/>
          </a:bodyPr>
          <a:lstStyle>
            <a:lvl1pPr marL="0" indent="0">
              <a:lnSpc>
                <a:spcPct val="120000"/>
              </a:lnSpc>
              <a:spcBef>
                <a:spcPts val="0"/>
              </a:spcBef>
              <a:spcAft>
                <a:spcPts val="0"/>
              </a:spcAft>
              <a:buNone/>
              <a:defRPr sz="1000">
                <a:solidFill>
                  <a:schemeClr val="tx1"/>
                </a:solidFill>
                <a:latin typeface="Calibri" panose="020F0502020204030204"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dirty="0"/>
              <a:t>*footnote</a:t>
            </a:r>
          </a:p>
        </p:txBody>
      </p:sp>
      <p:sp>
        <p:nvSpPr>
          <p:cNvPr id="24" name="テキスト プレースホルダー 5">
            <a:extLst>
              <a:ext uri="{FF2B5EF4-FFF2-40B4-BE49-F238E27FC236}">
                <a16:creationId xmlns:a16="http://schemas.microsoft.com/office/drawing/2014/main" id="{677C479B-DDD6-603F-9425-E6F8F5C68D1B}"/>
              </a:ext>
            </a:extLst>
          </p:cNvPr>
          <p:cNvSpPr txBox="1">
            <a:spLocks/>
          </p:cNvSpPr>
          <p:nvPr userDrawn="1"/>
        </p:nvSpPr>
        <p:spPr>
          <a:xfrm>
            <a:off x="9438882" y="6700612"/>
            <a:ext cx="2345646"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400" rtl="0" eaLnBrk="1" fontAlgn="auto" latinLnBrk="0" hangingPunct="1">
              <a:lnSpc>
                <a:spcPct val="125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3C3C3C"/>
                </a:solidFill>
                <a:effectLst/>
                <a:uLnTx/>
                <a:uFillTx/>
                <a:latin typeface="Bahnschrift" panose="020B0502040204020203" pitchFamily="34" charset="0"/>
                <a:ea typeface="BIZ UDPゴシック"/>
                <a:cs typeface="Arial" panose="020B0604020202020204" pitchFamily="34" charset="0"/>
              </a:rPr>
              <a:t>Copyright © Tokyo University of Science All Rights Reserved.</a:t>
            </a:r>
            <a:endParaRPr kumimoji="1" lang="ja-JP" altLang="en-US" sz="1600" b="0" i="0" u="none" strike="noStrike" kern="1200" cap="none" spc="0" normalizeH="0" baseline="0" noProof="0">
              <a:ln>
                <a:noFill/>
              </a:ln>
              <a:solidFill>
                <a:srgbClr val="3C3C3C"/>
              </a:solidFill>
              <a:effectLst/>
              <a:uLnTx/>
              <a:uFillTx/>
              <a:latin typeface="Bahnschrift" panose="020B0502040204020203" pitchFamily="34" charset="0"/>
              <a:ea typeface="BIZ UDPゴシック"/>
              <a:cs typeface="Arial" panose="020B0604020202020204" pitchFamily="34" charset="0"/>
            </a:endParaRPr>
          </a:p>
        </p:txBody>
      </p:sp>
      <p:sp>
        <p:nvSpPr>
          <p:cNvPr id="19" name="四角形: 上の 2 つの角を丸める 18">
            <a:extLst>
              <a:ext uri="{FF2B5EF4-FFF2-40B4-BE49-F238E27FC236}">
                <a16:creationId xmlns:a16="http://schemas.microsoft.com/office/drawing/2014/main" id="{167E0FE0-2FD7-C239-0E50-4B0E106C9A46}"/>
              </a:ext>
            </a:extLst>
          </p:cNvPr>
          <p:cNvSpPr/>
          <p:nvPr userDrawn="1"/>
        </p:nvSpPr>
        <p:spPr>
          <a:xfrm rot="16200000">
            <a:off x="1505688" y="555052"/>
            <a:ext cx="36000" cy="9360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21" name="四角形: 上の 2 つの角を丸める 20">
            <a:extLst>
              <a:ext uri="{FF2B5EF4-FFF2-40B4-BE49-F238E27FC236}">
                <a16:creationId xmlns:a16="http://schemas.microsoft.com/office/drawing/2014/main" id="{A12A5D09-263D-B3B0-0202-9A3642DBAEF1}"/>
              </a:ext>
            </a:extLst>
          </p:cNvPr>
          <p:cNvSpPr/>
          <p:nvPr userDrawn="1"/>
        </p:nvSpPr>
        <p:spPr>
          <a:xfrm rot="5400000">
            <a:off x="6833688" y="-3836948"/>
            <a:ext cx="36000" cy="97200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6" name="四角形: 角を丸くする 5">
            <a:extLst>
              <a:ext uri="{FF2B5EF4-FFF2-40B4-BE49-F238E27FC236}">
                <a16:creationId xmlns:a16="http://schemas.microsoft.com/office/drawing/2014/main" id="{3950E53C-5E6D-3500-B522-620019FE5990}"/>
              </a:ext>
            </a:extLst>
          </p:cNvPr>
          <p:cNvSpPr/>
          <p:nvPr userDrawn="1"/>
        </p:nvSpPr>
        <p:spPr>
          <a:xfrm rot="5400000">
            <a:off x="11839461" y="6297136"/>
            <a:ext cx="387350" cy="31772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7" name="Google Shape;10;p1">
            <a:extLst>
              <a:ext uri="{FF2B5EF4-FFF2-40B4-BE49-F238E27FC236}">
                <a16:creationId xmlns:a16="http://schemas.microsoft.com/office/drawing/2014/main" id="{F676BBB5-A7B8-C5A4-58AC-38E65DFF7F72}"/>
              </a:ext>
            </a:extLst>
          </p:cNvPr>
          <p:cNvSpPr txBox="1"/>
          <p:nvPr userDrawn="1"/>
        </p:nvSpPr>
        <p:spPr>
          <a:xfrm>
            <a:off x="11874272" y="6470650"/>
            <a:ext cx="317727" cy="387350"/>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endParaRPr kumimoji="1" sz="800" b="0" i="0" u="none" strike="noStrike" kern="1200" cap="none" spc="0" normalizeH="0" baseline="0" noProof="0">
              <a:ln>
                <a:noFill/>
              </a:ln>
              <a:solidFill>
                <a:prstClr val="white"/>
              </a:solidFill>
              <a:effectLst/>
              <a:uLnTx/>
              <a:uFillTx/>
              <a:latin typeface="BIZ UDPゴシック"/>
              <a:ea typeface="Lato Light"/>
              <a:cs typeface="Lato Light"/>
              <a:sym typeface="Lato Light"/>
            </a:endParaRPr>
          </a:p>
        </p:txBody>
      </p:sp>
      <p:sp>
        <p:nvSpPr>
          <p:cNvPr id="12" name="Google Shape;10;p1">
            <a:extLst>
              <a:ext uri="{FF2B5EF4-FFF2-40B4-BE49-F238E27FC236}">
                <a16:creationId xmlns:a16="http://schemas.microsoft.com/office/drawing/2014/main" id="{D00FCEC3-D0B5-42EA-EBAC-20529DB860F6}"/>
              </a:ext>
            </a:extLst>
          </p:cNvPr>
          <p:cNvSpPr txBox="1"/>
          <p:nvPr userDrawn="1"/>
        </p:nvSpPr>
        <p:spPr>
          <a:xfrm>
            <a:off x="11881265" y="6424979"/>
            <a:ext cx="310734" cy="282745"/>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fld id="{4DA87220-62A0-41B4-A6FF-5F65D3FFD606}" type="slidenum">
              <a:rPr kumimoji="1" lang="en-US" sz="1800" b="1" i="0" u="none" strike="noStrike" kern="1200" cap="none" spc="0" normalizeH="0" baseline="0" noProof="0" smtClean="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rPr>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t>‹#›</a:t>
            </a:fld>
            <a:endParaRPr kumimoji="1" sz="9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endParaRPr>
          </a:p>
        </p:txBody>
      </p:sp>
      <p:sp>
        <p:nvSpPr>
          <p:cNvPr id="8" name="テキスト プレースホルダー 99">
            <a:extLst>
              <a:ext uri="{FF2B5EF4-FFF2-40B4-BE49-F238E27FC236}">
                <a16:creationId xmlns:a16="http://schemas.microsoft.com/office/drawing/2014/main" id="{6D9F89FA-C3CD-48DE-75F9-7BB8A44A8421}"/>
              </a:ext>
            </a:extLst>
          </p:cNvPr>
          <p:cNvSpPr>
            <a:spLocks noGrp="1"/>
          </p:cNvSpPr>
          <p:nvPr>
            <p:ph idx="1"/>
          </p:nvPr>
        </p:nvSpPr>
        <p:spPr>
          <a:xfrm>
            <a:off x="1055687" y="1906285"/>
            <a:ext cx="10655999" cy="4518693"/>
          </a:xfrm>
          <a:prstGeom prst="rect">
            <a:avLst/>
          </a:prstGeom>
        </p:spPr>
        <p:txBody>
          <a:bodyPr vert="horz" wrap="square" lIns="0" tIns="0" rIns="0" bIns="0" rtlCol="0">
            <a:noAutofit/>
          </a:bodyPr>
          <a:lstStyle/>
          <a:p>
            <a:pPr lvl="0"/>
            <a:r>
              <a:rPr kumimoji="1" lang="en-US" altLang="ja-JP" dirty="0"/>
              <a:t>Master Text</a:t>
            </a:r>
          </a:p>
          <a:p>
            <a:pPr lvl="0"/>
            <a:r>
              <a:rPr kumimoji="1" lang="en-US" altLang="ja-JP" dirty="0"/>
              <a:t>    level2</a:t>
            </a:r>
            <a:endParaRPr kumimoji="1" lang="ja-JP" altLang="en-US" dirty="0"/>
          </a:p>
          <a:p>
            <a:pPr lvl="2"/>
            <a:r>
              <a:rPr kumimoji="1" lang="en-US" altLang="ja-JP" dirty="0"/>
              <a:t>level3</a:t>
            </a:r>
            <a:endParaRPr kumimoji="1" lang="ja-JP" altLang="en-US" dirty="0"/>
          </a:p>
          <a:p>
            <a:pPr lvl="3"/>
            <a:r>
              <a:rPr kumimoji="1" lang="en-US" altLang="ja-JP" dirty="0"/>
              <a:t>level4</a:t>
            </a:r>
            <a:endParaRPr kumimoji="1" lang="ja-JP" altLang="en-US" dirty="0"/>
          </a:p>
          <a:p>
            <a:pPr lvl="4"/>
            <a:r>
              <a:rPr kumimoji="1" lang="en-US" altLang="ja-JP" dirty="0"/>
              <a:t>level5</a:t>
            </a:r>
            <a:endParaRPr kumimoji="1" lang="ja-JP" altLang="en-US" dirty="0"/>
          </a:p>
        </p:txBody>
      </p:sp>
    </p:spTree>
    <p:extLst>
      <p:ext uri="{BB962C8B-B14F-4D97-AF65-F5344CB8AC3E}">
        <p14:creationId xmlns:p14="http://schemas.microsoft.com/office/powerpoint/2010/main" val="944587810"/>
      </p:ext>
    </p:extLst>
  </p:cSld>
  <p:clrMapOvr>
    <a:masterClrMapping/>
  </p:clrMapOvr>
  <p:extLst>
    <p:ext uri="{DCECCB84-F9BA-43D5-87BE-67443E8EF086}">
      <p15:sldGuideLst xmlns:p15="http://schemas.microsoft.com/office/powerpoint/2012/main">
        <p15:guide id="1" orient="horz" pos="323">
          <p15:clr>
            <a:srgbClr val="FBAE40"/>
          </p15:clr>
        </p15:guide>
        <p15:guide id="2" pos="665">
          <p15:clr>
            <a:srgbClr val="FBAE40"/>
          </p15:clr>
        </p15:guide>
        <p15:guide id="3" pos="7378">
          <p15:clr>
            <a:srgbClr val="FBAE40"/>
          </p15:clr>
        </p15:guide>
        <p15:guide id="4" orient="horz" pos="3997">
          <p15:clr>
            <a:srgbClr val="FBAE40"/>
          </p15:clr>
        </p15:guide>
        <p15:guide id="5" pos="402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 slide-English">
    <p:spTree>
      <p:nvGrpSpPr>
        <p:cNvPr id="1" name=""/>
        <p:cNvGrpSpPr/>
        <p:nvPr/>
      </p:nvGrpSpPr>
      <p:grpSpPr>
        <a:xfrm>
          <a:off x="0" y="0"/>
          <a:ext cx="0" cy="0"/>
          <a:chOff x="0" y="0"/>
          <a:chExt cx="0" cy="0"/>
        </a:xfrm>
      </p:grpSpPr>
      <p:sp>
        <p:nvSpPr>
          <p:cNvPr id="4" name="Google Shape;11;p1">
            <a:extLst>
              <a:ext uri="{FF2B5EF4-FFF2-40B4-BE49-F238E27FC236}">
                <a16:creationId xmlns:a16="http://schemas.microsoft.com/office/drawing/2014/main" id="{21AC89D9-A0F2-B7B0-3E22-E4F17864FA6E}"/>
              </a:ext>
            </a:extLst>
          </p:cNvPr>
          <p:cNvSpPr txBox="1"/>
          <p:nvPr userDrawn="1"/>
        </p:nvSpPr>
        <p:spPr>
          <a:xfrm>
            <a:off x="3288000" y="3037450"/>
            <a:ext cx="5616000" cy="6155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3A3838"/>
              </a:buClr>
              <a:buSzPts val="600"/>
              <a:buFont typeface="Lato Light"/>
              <a:buNone/>
              <a:tabLst/>
              <a:defRPr/>
            </a:pPr>
            <a:r>
              <a:rPr kumimoji="1" lang="en-US" sz="4000" b="0" i="0" u="none" strike="noStrike" kern="1200" cap="none" spc="0" normalizeH="0" baseline="0" noProof="0" dirty="0">
                <a:ln>
                  <a:noFill/>
                </a:ln>
                <a:solidFill>
                  <a:srgbClr val="3C3C3C"/>
                </a:solidFill>
                <a:effectLst/>
                <a:uLnTx/>
                <a:uFillTx/>
                <a:latin typeface="Calibri" panose="020F0502020204030204" pitchFamily="34" charset="0"/>
                <a:ea typeface="Lato Light"/>
                <a:cs typeface="Calibri" panose="020F0502020204030204" pitchFamily="34" charset="0"/>
                <a:sym typeface="Lato Light"/>
              </a:rPr>
              <a:t>Tokyo University of Science</a:t>
            </a:r>
            <a:endParaRPr kumimoji="1" sz="4000" b="0" i="0" u="none" strike="noStrike" kern="1200" cap="none" spc="0" normalizeH="0" baseline="0" noProof="0" dirty="0">
              <a:ln>
                <a:noFill/>
              </a:ln>
              <a:solidFill>
                <a:srgbClr val="3C3C3C"/>
              </a:solidFill>
              <a:effectLst/>
              <a:uLnTx/>
              <a:uFillTx/>
              <a:latin typeface="Calibri" panose="020F0502020204030204" pitchFamily="34" charset="0"/>
              <a:ea typeface="Lato Light"/>
              <a:cs typeface="Calibri" panose="020F0502020204030204" pitchFamily="34" charset="0"/>
              <a:sym typeface="Lato Light"/>
            </a:endParaRPr>
          </a:p>
        </p:txBody>
      </p:sp>
      <p:pic>
        <p:nvPicPr>
          <p:cNvPr id="6" name="グラフィックス 5">
            <a:extLst>
              <a:ext uri="{FF2B5EF4-FFF2-40B4-BE49-F238E27FC236}">
                <a16:creationId xmlns:a16="http://schemas.microsoft.com/office/drawing/2014/main" id="{32874162-40D3-CC01-6A35-68E43C763C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82207" y="2982997"/>
            <a:ext cx="666000" cy="666000"/>
          </a:xfrm>
          <a:prstGeom prst="rect">
            <a:avLst/>
          </a:prstGeom>
        </p:spPr>
      </p:pic>
    </p:spTree>
    <p:extLst>
      <p:ext uri="{BB962C8B-B14F-4D97-AF65-F5344CB8AC3E}">
        <p14:creationId xmlns:p14="http://schemas.microsoft.com/office/powerpoint/2010/main" val="5186624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9" name="タイトル プレースホルダー 98">
            <a:extLst>
              <a:ext uri="{FF2B5EF4-FFF2-40B4-BE49-F238E27FC236}">
                <a16:creationId xmlns:a16="http://schemas.microsoft.com/office/drawing/2014/main" id="{509C3BC1-5883-20B0-3CA4-D36A56AEB5A6}"/>
              </a:ext>
            </a:extLst>
          </p:cNvPr>
          <p:cNvSpPr>
            <a:spLocks noGrp="1"/>
          </p:cNvSpPr>
          <p:nvPr userDrawn="1">
            <p:ph type="title"/>
          </p:nvPr>
        </p:nvSpPr>
        <p:spPr>
          <a:xfrm>
            <a:off x="1055688" y="518400"/>
            <a:ext cx="10693400" cy="439608"/>
          </a:xfrm>
          <a:prstGeom prst="rect">
            <a:avLst/>
          </a:prstGeom>
        </p:spPr>
        <p:txBody>
          <a:bodyPr vert="horz" wrap="square" lIns="0" tIns="0" rIns="0" bIns="0" rtlCol="0" anchor="t" anchorCtr="0">
            <a:spAutoFit/>
          </a:bodyPr>
          <a:lstStyle/>
          <a:p>
            <a:r>
              <a:rPr kumimoji="1" lang="ja-JP" altLang="en-US" dirty="0"/>
              <a:t>マスター タイトルの書式設定</a:t>
            </a:r>
          </a:p>
        </p:txBody>
      </p:sp>
      <p:sp>
        <p:nvSpPr>
          <p:cNvPr id="100" name="テキスト プレースホルダー 99">
            <a:extLst>
              <a:ext uri="{FF2B5EF4-FFF2-40B4-BE49-F238E27FC236}">
                <a16:creationId xmlns:a16="http://schemas.microsoft.com/office/drawing/2014/main" id="{A8403A88-8D11-F853-BC8F-6A33B27B251E}"/>
              </a:ext>
            </a:extLst>
          </p:cNvPr>
          <p:cNvSpPr>
            <a:spLocks noGrp="1"/>
          </p:cNvSpPr>
          <p:nvPr userDrawn="1">
            <p:ph type="body" idx="1"/>
          </p:nvPr>
        </p:nvSpPr>
        <p:spPr>
          <a:xfrm>
            <a:off x="1055688" y="1224000"/>
            <a:ext cx="10693399" cy="1844608"/>
          </a:xfrm>
          <a:prstGeom prst="rect">
            <a:avLst/>
          </a:prstGeom>
        </p:spPr>
        <p:txBody>
          <a:bodyPr vert="horz" wrap="square" lIns="0" tIns="0" rIns="0" bIns="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4356796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120000"/>
        </a:lnSpc>
        <a:spcBef>
          <a:spcPct val="0"/>
        </a:spcBef>
        <a:buNone/>
        <a:defRPr kumimoji="1" sz="2800" b="1" kern="1200">
          <a:solidFill>
            <a:schemeClr val="tx1"/>
          </a:solidFill>
          <a:latin typeface="+mj-lt"/>
          <a:ea typeface="+mj-ea"/>
          <a:cs typeface="+mj-cs"/>
        </a:defRPr>
      </a:lvl1pPr>
    </p:titleStyle>
    <p:bodyStyle>
      <a:lvl1pPr marL="0"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1pPr>
      <a:lvl2pPr marL="177800"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2pPr>
      <a:lvl3pPr marL="534988"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3pPr>
      <a:lvl4pPr marL="803275"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4pPr>
      <a:lvl5pPr marL="1081088"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9" name="タイトル プレースホルダー 98">
            <a:extLst>
              <a:ext uri="{FF2B5EF4-FFF2-40B4-BE49-F238E27FC236}">
                <a16:creationId xmlns:a16="http://schemas.microsoft.com/office/drawing/2014/main" id="{509C3BC1-5883-20B0-3CA4-D36A56AEB5A6}"/>
              </a:ext>
            </a:extLst>
          </p:cNvPr>
          <p:cNvSpPr>
            <a:spLocks noGrp="1"/>
          </p:cNvSpPr>
          <p:nvPr userDrawn="1">
            <p:ph type="title"/>
          </p:nvPr>
        </p:nvSpPr>
        <p:spPr>
          <a:xfrm>
            <a:off x="1055688" y="518400"/>
            <a:ext cx="10693400" cy="689420"/>
          </a:xfrm>
          <a:prstGeom prst="rect">
            <a:avLst/>
          </a:prstGeom>
        </p:spPr>
        <p:txBody>
          <a:bodyPr vert="horz" wrap="square" lIns="0" tIns="0" rIns="0" bIns="0" rtlCol="0" anchor="t" anchorCtr="0">
            <a:spAutoFit/>
          </a:bodyPr>
          <a:lstStyle/>
          <a:p>
            <a:r>
              <a:rPr lang="en-US" altLang="ja-JP" dirty="0"/>
              <a:t>Enter your title here</a:t>
            </a:r>
            <a:endParaRPr kumimoji="1" lang="ja-JP" altLang="en-US" dirty="0"/>
          </a:p>
        </p:txBody>
      </p:sp>
      <p:sp>
        <p:nvSpPr>
          <p:cNvPr id="100" name="テキスト プレースホルダー 99">
            <a:extLst>
              <a:ext uri="{FF2B5EF4-FFF2-40B4-BE49-F238E27FC236}">
                <a16:creationId xmlns:a16="http://schemas.microsoft.com/office/drawing/2014/main" id="{A8403A88-8D11-F853-BC8F-6A33B27B251E}"/>
              </a:ext>
            </a:extLst>
          </p:cNvPr>
          <p:cNvSpPr>
            <a:spLocks noGrp="1"/>
          </p:cNvSpPr>
          <p:nvPr userDrawn="1">
            <p:ph type="body" idx="1"/>
          </p:nvPr>
        </p:nvSpPr>
        <p:spPr>
          <a:xfrm>
            <a:off x="1055688" y="1379448"/>
            <a:ext cx="10932096" cy="2954808"/>
          </a:xfrm>
          <a:prstGeom prst="rect">
            <a:avLst/>
          </a:prstGeom>
        </p:spPr>
        <p:txBody>
          <a:bodyPr vert="horz" wrap="square" lIns="0" tIns="0" rIns="0" bIns="0" rtlCol="0">
            <a:noAutofit/>
          </a:bodyPr>
          <a:lstStyle/>
          <a:p>
            <a:pPr lvl="0"/>
            <a:r>
              <a:rPr kumimoji="1" lang="en-US" altLang="ja-JP" dirty="0"/>
              <a:t>Master Text</a:t>
            </a:r>
          </a:p>
          <a:p>
            <a:pPr lvl="0"/>
            <a:r>
              <a:rPr kumimoji="1" lang="en-US" altLang="ja-JP" dirty="0"/>
              <a:t>    level2</a:t>
            </a:r>
            <a:endParaRPr kumimoji="1" lang="ja-JP" altLang="en-US" dirty="0"/>
          </a:p>
          <a:p>
            <a:pPr lvl="2"/>
            <a:r>
              <a:rPr kumimoji="1" lang="en-US" altLang="ja-JP" dirty="0"/>
              <a:t>level3</a:t>
            </a:r>
            <a:endParaRPr kumimoji="1" lang="ja-JP" altLang="en-US" dirty="0"/>
          </a:p>
          <a:p>
            <a:pPr lvl="3"/>
            <a:r>
              <a:rPr kumimoji="1" lang="en-US" altLang="ja-JP" dirty="0"/>
              <a:t>level4</a:t>
            </a:r>
            <a:endParaRPr kumimoji="1" lang="ja-JP" altLang="en-US" dirty="0"/>
          </a:p>
          <a:p>
            <a:pPr lvl="4"/>
            <a:r>
              <a:rPr kumimoji="1" lang="en-US" altLang="ja-JP" dirty="0"/>
              <a:t>level5</a:t>
            </a:r>
            <a:endParaRPr kumimoji="1" lang="ja-JP" altLang="en-US" dirty="0"/>
          </a:p>
        </p:txBody>
      </p:sp>
    </p:spTree>
    <p:extLst>
      <p:ext uri="{BB962C8B-B14F-4D97-AF65-F5344CB8AC3E}">
        <p14:creationId xmlns:p14="http://schemas.microsoft.com/office/powerpoint/2010/main" val="49112692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lgn="l" defTabSz="914400" rtl="0" eaLnBrk="1" latinLnBrk="0" hangingPunct="1">
        <a:lnSpc>
          <a:spcPct val="120000"/>
        </a:lnSpc>
        <a:spcBef>
          <a:spcPct val="0"/>
        </a:spcBef>
        <a:buNone/>
        <a:defRPr kumimoji="1" sz="4000" b="0"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125000"/>
        </a:lnSpc>
        <a:spcBef>
          <a:spcPts val="0"/>
        </a:spcBef>
        <a:buFontTx/>
        <a:buNone/>
        <a:defRPr kumimoji="1" sz="2800" b="0" kern="1200">
          <a:solidFill>
            <a:schemeClr val="tx1"/>
          </a:solidFill>
          <a:latin typeface="Calibri" panose="020F0502020204030204" pitchFamily="34" charset="0"/>
          <a:ea typeface="+mn-ea"/>
          <a:cs typeface="Calibri" panose="020F0502020204030204" pitchFamily="34" charset="0"/>
        </a:defRPr>
      </a:lvl1pPr>
      <a:lvl2pPr marL="177800" indent="0" algn="l" defTabSz="914400" rtl="0" eaLnBrk="1" latinLnBrk="0" hangingPunct="1">
        <a:lnSpc>
          <a:spcPct val="125000"/>
        </a:lnSpc>
        <a:spcBef>
          <a:spcPts val="0"/>
        </a:spcBef>
        <a:buFontTx/>
        <a:buNone/>
        <a:defRPr kumimoji="1" sz="2800" b="0" kern="1200">
          <a:solidFill>
            <a:schemeClr val="tx1"/>
          </a:solidFill>
          <a:latin typeface="Calibri" panose="020F0502020204030204" pitchFamily="34" charset="0"/>
          <a:ea typeface="+mn-ea"/>
          <a:cs typeface="Calibri" panose="020F0502020204030204" pitchFamily="34" charset="0"/>
        </a:defRPr>
      </a:lvl2pPr>
      <a:lvl3pPr marL="534988" indent="0" algn="l" defTabSz="914400" rtl="0" eaLnBrk="1" latinLnBrk="0" hangingPunct="1">
        <a:lnSpc>
          <a:spcPct val="125000"/>
        </a:lnSpc>
        <a:spcBef>
          <a:spcPts val="0"/>
        </a:spcBef>
        <a:buFontTx/>
        <a:buNone/>
        <a:defRPr kumimoji="1" sz="2800" b="0" kern="1200">
          <a:solidFill>
            <a:schemeClr val="tx1"/>
          </a:solidFill>
          <a:latin typeface="Calibri" panose="020F0502020204030204" pitchFamily="34" charset="0"/>
          <a:ea typeface="+mn-ea"/>
          <a:cs typeface="Calibri" panose="020F0502020204030204" pitchFamily="34" charset="0"/>
        </a:defRPr>
      </a:lvl3pPr>
      <a:lvl4pPr marL="803275" indent="0" algn="l" defTabSz="914400" rtl="0" eaLnBrk="1" latinLnBrk="0" hangingPunct="1">
        <a:lnSpc>
          <a:spcPct val="125000"/>
        </a:lnSpc>
        <a:spcBef>
          <a:spcPts val="0"/>
        </a:spcBef>
        <a:buFontTx/>
        <a:buNone/>
        <a:defRPr kumimoji="1" sz="2800" b="0" kern="1200">
          <a:solidFill>
            <a:schemeClr val="tx1"/>
          </a:solidFill>
          <a:latin typeface="Calibri" panose="020F0502020204030204" pitchFamily="34" charset="0"/>
          <a:ea typeface="+mn-ea"/>
          <a:cs typeface="Calibri" panose="020F0502020204030204" pitchFamily="34" charset="0"/>
        </a:defRPr>
      </a:lvl4pPr>
      <a:lvl5pPr marL="1081088" indent="0" algn="l" defTabSz="914400" rtl="0" eaLnBrk="1" latinLnBrk="0" hangingPunct="1">
        <a:lnSpc>
          <a:spcPct val="125000"/>
        </a:lnSpc>
        <a:spcBef>
          <a:spcPts val="0"/>
        </a:spcBef>
        <a:buFontTx/>
        <a:buNone/>
        <a:defRPr kumimoji="1" sz="2800" b="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66AA9EDE-EC08-E8DD-02A4-FAB77B30F409}"/>
              </a:ext>
            </a:extLst>
          </p:cNvPr>
          <p:cNvSpPr>
            <a:spLocks noGrp="1"/>
          </p:cNvSpPr>
          <p:nvPr>
            <p:ph type="title"/>
          </p:nvPr>
        </p:nvSpPr>
        <p:spPr>
          <a:xfrm>
            <a:off x="1429162" y="1521558"/>
            <a:ext cx="8384309" cy="1415772"/>
          </a:xfrm>
        </p:spPr>
        <p:txBody>
          <a:bodyPr/>
          <a:lstStyle/>
          <a:p>
            <a:r>
              <a:rPr kumimoji="1" lang="ja-JP" altLang="en-US" dirty="0"/>
              <a:t>動画情報を用いた</a:t>
            </a:r>
            <a:br>
              <a:rPr kumimoji="1" lang="en-US" altLang="ja-JP" dirty="0"/>
            </a:br>
            <a:r>
              <a:rPr kumimoji="1" lang="ja-JP" altLang="en-US" dirty="0"/>
              <a:t>せん妄判別モデルによる診断支援</a:t>
            </a:r>
          </a:p>
        </p:txBody>
      </p:sp>
      <p:sp>
        <p:nvSpPr>
          <p:cNvPr id="4" name="テキスト プレースホルダー 3">
            <a:extLst>
              <a:ext uri="{FF2B5EF4-FFF2-40B4-BE49-F238E27FC236}">
                <a16:creationId xmlns:a16="http://schemas.microsoft.com/office/drawing/2014/main" id="{C5730814-9987-2EB1-7EFC-C4854E080444}"/>
              </a:ext>
            </a:extLst>
          </p:cNvPr>
          <p:cNvSpPr>
            <a:spLocks noGrp="1"/>
          </p:cNvSpPr>
          <p:nvPr>
            <p:ph type="body" sz="quarter" idx="11"/>
          </p:nvPr>
        </p:nvSpPr>
        <p:spPr>
          <a:xfrm>
            <a:off x="2027118" y="5284247"/>
            <a:ext cx="8194568" cy="599400"/>
          </a:xfrm>
        </p:spPr>
        <p:txBody>
          <a:bodyPr/>
          <a:lstStyle/>
          <a:p>
            <a:r>
              <a:rPr kumimoji="1" lang="ja-JP" altLang="en-US" dirty="0"/>
              <a:t>機能デザイン工学専攻　松本研究室　仁保貴耀</a:t>
            </a:r>
          </a:p>
        </p:txBody>
      </p:sp>
    </p:spTree>
    <p:extLst>
      <p:ext uri="{BB962C8B-B14F-4D97-AF65-F5344CB8AC3E}">
        <p14:creationId xmlns:p14="http://schemas.microsoft.com/office/powerpoint/2010/main" val="3134143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59D8A-17E0-EFC1-CCA3-510E85B53519}"/>
            </a:ext>
          </a:extLst>
        </p:cNvPr>
        <p:cNvGrpSpPr/>
        <p:nvPr/>
      </p:nvGrpSpPr>
      <p:grpSpPr>
        <a:xfrm>
          <a:off x="0" y="0"/>
          <a:ext cx="0" cy="0"/>
          <a:chOff x="0" y="0"/>
          <a:chExt cx="0" cy="0"/>
        </a:xfrm>
      </p:grpSpPr>
      <p:sp>
        <p:nvSpPr>
          <p:cNvPr id="5" name="テキスト プレースホルダー 4">
            <a:extLst>
              <a:ext uri="{FF2B5EF4-FFF2-40B4-BE49-F238E27FC236}">
                <a16:creationId xmlns:a16="http://schemas.microsoft.com/office/drawing/2014/main" id="{9DB1636B-B492-BB20-89B4-0BFC23C6904A}"/>
              </a:ext>
            </a:extLst>
          </p:cNvPr>
          <p:cNvSpPr>
            <a:spLocks noGrp="1"/>
          </p:cNvSpPr>
          <p:nvPr>
            <p:ph type="body" sz="quarter" idx="14"/>
          </p:nvPr>
        </p:nvSpPr>
        <p:spPr>
          <a:xfrm>
            <a:off x="397320" y="1141033"/>
            <a:ext cx="10655300" cy="1360427"/>
          </a:xfrm>
        </p:spPr>
        <p:txBody>
          <a:bodyPr/>
          <a:lstStyle/>
          <a:p>
            <a:pPr marL="342900" indent="-342900" defTabSz="1336675">
              <a:buFont typeface="Wingdings" panose="05000000000000000000" pitchFamily="2" charset="2"/>
              <a:buChar char="n"/>
              <a:tabLst>
                <a:tab pos="444500" algn="l"/>
                <a:tab pos="1250950" algn="l"/>
                <a:tab pos="1336675" algn="l"/>
                <a:tab pos="1617663" algn="l"/>
              </a:tabLst>
            </a:pPr>
            <a:r>
              <a:rPr lang="ja-JP" altLang="en-US" sz="2000" b="1" dirty="0"/>
              <a:t>せん妄の症状とリスク</a:t>
            </a:r>
            <a:r>
              <a:rPr lang="en-US" altLang="ja-JP" sz="1200" b="1" dirty="0"/>
              <a:t>[</a:t>
            </a:r>
            <a:r>
              <a:rPr lang="ja-JP" altLang="en-US" sz="1200" b="1" dirty="0"/>
              <a:t>小川</a:t>
            </a:r>
            <a:r>
              <a:rPr lang="en-US" altLang="ja-JP" sz="1200" b="1" dirty="0"/>
              <a:t>., 2021]</a:t>
            </a:r>
            <a:br>
              <a:rPr lang="en-US" altLang="ja-JP" sz="1200" dirty="0"/>
            </a:br>
            <a:r>
              <a:rPr lang="ja-JP" altLang="en-US" sz="2000" dirty="0"/>
              <a:t>・認知症のような精神症状、</a:t>
            </a:r>
            <a:r>
              <a:rPr lang="ja-JP" altLang="en-US" sz="2000" b="1" dirty="0"/>
              <a:t>発見の遅れ</a:t>
            </a:r>
            <a:r>
              <a:rPr lang="ja-JP" altLang="en-US" sz="2000" dirty="0"/>
              <a:t>が</a:t>
            </a:r>
            <a:r>
              <a:rPr lang="ja-JP" altLang="en-US" sz="2000" b="1" dirty="0"/>
              <a:t>ケガの原因</a:t>
            </a:r>
            <a:r>
              <a:rPr lang="ja-JP" altLang="en-US" sz="2000" dirty="0"/>
              <a:t>、</a:t>
            </a:r>
            <a:r>
              <a:rPr lang="ja-JP" altLang="en-US" sz="2000" b="1" dirty="0"/>
              <a:t>認知症の進行を促進</a:t>
            </a:r>
            <a:endParaRPr lang="en-US" altLang="ja-JP" sz="2000" dirty="0"/>
          </a:p>
          <a:p>
            <a:pPr marL="358775" defTabSz="1257300"/>
            <a:br>
              <a:rPr lang="en-US" altLang="ja-JP" dirty="0"/>
            </a:br>
            <a:endParaRPr lang="en-US" altLang="ja-JP" dirty="0"/>
          </a:p>
          <a:p>
            <a:r>
              <a:rPr lang="ja-JP" altLang="en-US" dirty="0"/>
              <a:t>　　　　　　</a:t>
            </a:r>
            <a:endParaRPr lang="en-US" altLang="ja-JP" dirty="0"/>
          </a:p>
          <a:p>
            <a:endParaRPr lang="en-US" altLang="ja-JP" dirty="0"/>
          </a:p>
        </p:txBody>
      </p:sp>
      <p:sp>
        <p:nvSpPr>
          <p:cNvPr id="7" name="タイトル 6">
            <a:extLst>
              <a:ext uri="{FF2B5EF4-FFF2-40B4-BE49-F238E27FC236}">
                <a16:creationId xmlns:a16="http://schemas.microsoft.com/office/drawing/2014/main" id="{5722EADA-1B11-4C5B-5BC5-AD36675207FF}"/>
              </a:ext>
            </a:extLst>
          </p:cNvPr>
          <p:cNvSpPr>
            <a:spLocks noGrp="1"/>
          </p:cNvSpPr>
          <p:nvPr>
            <p:ph type="title"/>
          </p:nvPr>
        </p:nvSpPr>
        <p:spPr>
          <a:xfrm>
            <a:off x="1055688" y="518817"/>
            <a:ext cx="10655300" cy="492443"/>
          </a:xfrm>
        </p:spPr>
        <p:txBody>
          <a:bodyPr/>
          <a:lstStyle/>
          <a:p>
            <a:r>
              <a:rPr lang="ja-JP" altLang="en-US" dirty="0"/>
              <a:t>研究背景、課題抽出</a:t>
            </a:r>
          </a:p>
        </p:txBody>
      </p:sp>
      <p:grpSp>
        <p:nvGrpSpPr>
          <p:cNvPr id="2" name="グループ化 1">
            <a:extLst>
              <a:ext uri="{FF2B5EF4-FFF2-40B4-BE49-F238E27FC236}">
                <a16:creationId xmlns:a16="http://schemas.microsoft.com/office/drawing/2014/main" id="{F53F09A7-FC57-18BB-DB76-EC94D8743414}"/>
              </a:ext>
            </a:extLst>
          </p:cNvPr>
          <p:cNvGrpSpPr/>
          <p:nvPr/>
        </p:nvGrpSpPr>
        <p:grpSpPr>
          <a:xfrm>
            <a:off x="9379698" y="1157009"/>
            <a:ext cx="2335111" cy="1182658"/>
            <a:chOff x="8859945" y="15924260"/>
            <a:chExt cx="4914608" cy="2460996"/>
          </a:xfrm>
        </p:grpSpPr>
        <p:pic>
          <p:nvPicPr>
            <p:cNvPr id="4" name="図 3">
              <a:extLst>
                <a:ext uri="{FF2B5EF4-FFF2-40B4-BE49-F238E27FC236}">
                  <a16:creationId xmlns:a16="http://schemas.microsoft.com/office/drawing/2014/main" id="{C7254B80-1948-5FB3-BB6D-4306BAA6A5F1}"/>
                </a:ext>
              </a:extLst>
            </p:cNvPr>
            <p:cNvPicPr>
              <a:picLocks noChangeAspect="1"/>
            </p:cNvPicPr>
            <p:nvPr/>
          </p:nvPicPr>
          <p:blipFill>
            <a:blip r:embed="rId3"/>
            <a:stretch>
              <a:fillRect/>
            </a:stretch>
          </p:blipFill>
          <p:spPr>
            <a:xfrm>
              <a:off x="8859945" y="15924260"/>
              <a:ext cx="2467031" cy="2460996"/>
            </a:xfrm>
            <a:prstGeom prst="rect">
              <a:avLst/>
            </a:prstGeom>
          </p:spPr>
        </p:pic>
        <p:pic>
          <p:nvPicPr>
            <p:cNvPr id="8" name="図 7">
              <a:extLst>
                <a:ext uri="{FF2B5EF4-FFF2-40B4-BE49-F238E27FC236}">
                  <a16:creationId xmlns:a16="http://schemas.microsoft.com/office/drawing/2014/main" id="{1A9FF829-C5B2-4B20-6949-929128DCE186}"/>
                </a:ext>
              </a:extLst>
            </p:cNvPr>
            <p:cNvPicPr>
              <a:picLocks noChangeAspect="1"/>
            </p:cNvPicPr>
            <p:nvPr/>
          </p:nvPicPr>
          <p:blipFill>
            <a:blip r:embed="rId4"/>
            <a:stretch>
              <a:fillRect/>
            </a:stretch>
          </p:blipFill>
          <p:spPr>
            <a:xfrm>
              <a:off x="11307522" y="15924260"/>
              <a:ext cx="2467031" cy="2460996"/>
            </a:xfrm>
            <a:prstGeom prst="rect">
              <a:avLst/>
            </a:prstGeom>
          </p:spPr>
        </p:pic>
      </p:grpSp>
      <p:sp>
        <p:nvSpPr>
          <p:cNvPr id="17" name="テキスト プレースホルダー 4">
            <a:extLst>
              <a:ext uri="{FF2B5EF4-FFF2-40B4-BE49-F238E27FC236}">
                <a16:creationId xmlns:a16="http://schemas.microsoft.com/office/drawing/2014/main" id="{080C7BB3-5739-5B21-C64E-46BBED6EF488}"/>
              </a:ext>
            </a:extLst>
          </p:cNvPr>
          <p:cNvSpPr txBox="1">
            <a:spLocks/>
          </p:cNvSpPr>
          <p:nvPr/>
        </p:nvSpPr>
        <p:spPr>
          <a:xfrm>
            <a:off x="393462" y="2386159"/>
            <a:ext cx="5655355" cy="693915"/>
          </a:xfrm>
          <a:prstGeom prst="rect">
            <a:avLst/>
          </a:prstGeom>
        </p:spPr>
        <p:txBody>
          <a:bodyPr vert="horz" wrap="square" lIns="0" tIns="0" rIns="0" bIns="0" rtlCol="0">
            <a:noAutofit/>
          </a:bodyPr>
          <a:lstStyle>
            <a:lvl1pPr marL="0"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1pPr>
            <a:lvl2pPr marL="177800"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2pPr>
            <a:lvl3pPr marL="534988"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3pPr>
            <a:lvl4pPr marL="803275"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4pPr>
            <a:lvl5pPr marL="1081088"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defTabSz="1257300">
              <a:buFont typeface="Wingdings" panose="05000000000000000000" pitchFamily="2" charset="2"/>
              <a:buChar char="n"/>
            </a:pPr>
            <a:r>
              <a:rPr lang="ja-JP" altLang="en-US" sz="2000" b="1" dirty="0"/>
              <a:t>せん妄の特徴</a:t>
            </a:r>
            <a:br>
              <a:rPr lang="en-US" altLang="ja-JP" dirty="0"/>
            </a:br>
            <a:r>
              <a:rPr lang="ja-JP" altLang="en-US" sz="2000" dirty="0"/>
              <a:t>・せん妄患者は表情筋の変化や応答が遅い</a:t>
            </a:r>
            <a:br>
              <a:rPr lang="en-US" altLang="ja-JP" dirty="0"/>
            </a:br>
            <a:endParaRPr lang="en-US" altLang="ja-JP" dirty="0"/>
          </a:p>
          <a:p>
            <a:r>
              <a:rPr lang="ja-JP" altLang="en-US" dirty="0"/>
              <a:t>　　　　　　</a:t>
            </a:r>
            <a:endParaRPr lang="en-US" altLang="ja-JP" dirty="0"/>
          </a:p>
          <a:p>
            <a:endParaRPr lang="en-US" altLang="ja-JP" dirty="0"/>
          </a:p>
        </p:txBody>
      </p:sp>
      <p:sp>
        <p:nvSpPr>
          <p:cNvPr id="21" name="四角形: 角を丸くする 20">
            <a:extLst>
              <a:ext uri="{FF2B5EF4-FFF2-40B4-BE49-F238E27FC236}">
                <a16:creationId xmlns:a16="http://schemas.microsoft.com/office/drawing/2014/main" id="{1E0250DE-1A6E-4488-8347-2B25230E0382}"/>
              </a:ext>
            </a:extLst>
          </p:cNvPr>
          <p:cNvSpPr/>
          <p:nvPr/>
        </p:nvSpPr>
        <p:spPr>
          <a:xfrm>
            <a:off x="561172" y="3227380"/>
            <a:ext cx="6525428" cy="478413"/>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→この特徴から</a:t>
            </a:r>
            <a:r>
              <a:rPr kumimoji="1" lang="ja-JP" altLang="en-US" sz="2000" b="1" dirty="0">
                <a:solidFill>
                  <a:schemeClr val="tx1"/>
                </a:solidFill>
              </a:rPr>
              <a:t>高精度かつ自動的</a:t>
            </a:r>
            <a:r>
              <a:rPr kumimoji="1" lang="ja-JP" altLang="en-US" sz="2000" dirty="0">
                <a:solidFill>
                  <a:schemeClr val="tx1"/>
                </a:solidFill>
              </a:rPr>
              <a:t>にせん妄を判別したい</a:t>
            </a:r>
          </a:p>
        </p:txBody>
      </p:sp>
      <p:sp>
        <p:nvSpPr>
          <p:cNvPr id="3" name="四角形: 角を丸くする 2">
            <a:extLst>
              <a:ext uri="{FF2B5EF4-FFF2-40B4-BE49-F238E27FC236}">
                <a16:creationId xmlns:a16="http://schemas.microsoft.com/office/drawing/2014/main" id="{1DEE85EE-4A7F-B8FF-D8EB-955ABD22D701}"/>
              </a:ext>
            </a:extLst>
          </p:cNvPr>
          <p:cNvSpPr/>
          <p:nvPr/>
        </p:nvSpPr>
        <p:spPr>
          <a:xfrm>
            <a:off x="561172" y="1927511"/>
            <a:ext cx="5327650" cy="440871"/>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57300"/>
            <a:r>
              <a:rPr lang="ja-JP" altLang="en-US" sz="2000" dirty="0">
                <a:solidFill>
                  <a:schemeClr val="tx1"/>
                </a:solidFill>
              </a:rPr>
              <a:t>→せん妄の早期発見が重要だが、</a:t>
            </a:r>
            <a:r>
              <a:rPr lang="ja-JP" altLang="en-US" sz="2000" b="1" dirty="0">
                <a:solidFill>
                  <a:schemeClr val="tx1"/>
                </a:solidFill>
              </a:rPr>
              <a:t>判別が困難</a:t>
            </a:r>
            <a:endParaRPr lang="en-US" altLang="ja-JP" sz="2000" b="1" dirty="0">
              <a:solidFill>
                <a:schemeClr val="tx1"/>
              </a:solidFill>
            </a:endParaRPr>
          </a:p>
        </p:txBody>
      </p:sp>
      <p:sp>
        <p:nvSpPr>
          <p:cNvPr id="45" name="テキスト プレースホルダー 4">
            <a:extLst>
              <a:ext uri="{FF2B5EF4-FFF2-40B4-BE49-F238E27FC236}">
                <a16:creationId xmlns:a16="http://schemas.microsoft.com/office/drawing/2014/main" id="{FB3B2B0D-D158-2BFC-97E4-ACEFC5A71399}"/>
              </a:ext>
            </a:extLst>
          </p:cNvPr>
          <p:cNvSpPr txBox="1">
            <a:spLocks/>
          </p:cNvSpPr>
          <p:nvPr/>
        </p:nvSpPr>
        <p:spPr>
          <a:xfrm>
            <a:off x="393462" y="3718846"/>
            <a:ext cx="7220817" cy="2296215"/>
          </a:xfrm>
          <a:prstGeom prst="rect">
            <a:avLst/>
          </a:prstGeom>
        </p:spPr>
        <p:txBody>
          <a:bodyPr vert="horz" wrap="square" lIns="0" tIns="0" rIns="0" bIns="0" rtlCol="0">
            <a:noAutofit/>
          </a:bodyPr>
          <a:lstStyle>
            <a:lvl1pPr marL="0"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1pPr>
            <a:lvl2pPr marL="177800"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2pPr>
            <a:lvl3pPr marL="534988"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3pPr>
            <a:lvl4pPr marL="803275"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4pPr>
            <a:lvl5pPr marL="1081088"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defTabSz="530225">
              <a:buFont typeface="Wingdings" panose="05000000000000000000" pitchFamily="2" charset="2"/>
              <a:buChar char="n"/>
            </a:pPr>
            <a:r>
              <a:rPr lang="ja-JP" altLang="en-US" sz="2000" dirty="0"/>
              <a:t>表情特徴量を用いたせん妄判別モデルに関する</a:t>
            </a:r>
            <a:br>
              <a:rPr lang="en-US" altLang="ja-JP" sz="2000" dirty="0"/>
            </a:br>
            <a:r>
              <a:rPr lang="ja-JP" altLang="en-US" sz="2000" dirty="0"/>
              <a:t>探索的研究</a:t>
            </a:r>
            <a:r>
              <a:rPr lang="en-US" altLang="ja-JP" sz="1200" dirty="0"/>
              <a:t>[</a:t>
            </a:r>
            <a:r>
              <a:rPr lang="ja-JP" altLang="en-US" sz="1200" dirty="0"/>
              <a:t>仁保ら</a:t>
            </a:r>
            <a:r>
              <a:rPr lang="en-US" altLang="ja-JP" sz="1200" dirty="0"/>
              <a:t>.,</a:t>
            </a:r>
            <a:r>
              <a:rPr lang="ja-JP" altLang="en-US" sz="1200" dirty="0"/>
              <a:t> </a:t>
            </a:r>
            <a:r>
              <a:rPr lang="en-US" altLang="ja-JP" sz="1200" dirty="0"/>
              <a:t>2025]</a:t>
            </a:r>
            <a:br>
              <a:rPr lang="en-US" altLang="ja-JP" dirty="0"/>
            </a:br>
            <a:r>
              <a:rPr lang="ja-JP" altLang="en-US" sz="2000" dirty="0"/>
              <a:t>・</a:t>
            </a:r>
            <a:r>
              <a:rPr lang="en-US" altLang="ja-JP" sz="2000" dirty="0"/>
              <a:t>31</a:t>
            </a:r>
            <a:r>
              <a:rPr lang="ja-JP" altLang="en-US" sz="2000" dirty="0"/>
              <a:t>名分の表情情報を用いて、判別モデルを構築</a:t>
            </a:r>
            <a:br>
              <a:rPr lang="en-US" altLang="ja-JP" sz="2000" dirty="0"/>
            </a:br>
            <a:r>
              <a:rPr lang="ja-JP" altLang="en-US" sz="2000" dirty="0"/>
              <a:t>・機械学習手法</a:t>
            </a:r>
            <a:r>
              <a:rPr lang="en-US" altLang="ja-JP" sz="2000" dirty="0"/>
              <a:t>7</a:t>
            </a:r>
            <a:r>
              <a:rPr lang="ja-JP" altLang="en-US" sz="2000" dirty="0"/>
              <a:t>種類かつ特徴量設計</a:t>
            </a:r>
            <a:r>
              <a:rPr lang="en-US" altLang="ja-JP" sz="2000" dirty="0"/>
              <a:t>4</a:t>
            </a:r>
            <a:r>
              <a:rPr lang="ja-JP" altLang="en-US" sz="2000" dirty="0"/>
              <a:t>種類</a:t>
            </a:r>
            <a:br>
              <a:rPr lang="en-US" altLang="ja-JP" sz="2000" dirty="0"/>
            </a:br>
            <a:r>
              <a:rPr lang="ja-JP" altLang="en-US" sz="2000" dirty="0"/>
              <a:t>→表情情報のみではせん妄患者の判別が</a:t>
            </a:r>
            <a:r>
              <a:rPr lang="ja-JP" altLang="en-US" sz="2000" b="1" dirty="0"/>
              <a:t>高精度ではない</a:t>
            </a:r>
            <a:br>
              <a:rPr lang="en-US" altLang="ja-JP" dirty="0"/>
            </a:br>
            <a:endParaRPr lang="en-US" altLang="ja-JP" dirty="0"/>
          </a:p>
          <a:p>
            <a:r>
              <a:rPr lang="ja-JP" altLang="en-US" dirty="0"/>
              <a:t>　　　　　　</a:t>
            </a:r>
            <a:endParaRPr lang="en-US" altLang="ja-JP" dirty="0"/>
          </a:p>
          <a:p>
            <a:endParaRPr lang="en-US" altLang="ja-JP" dirty="0"/>
          </a:p>
        </p:txBody>
      </p:sp>
      <p:grpSp>
        <p:nvGrpSpPr>
          <p:cNvPr id="47" name="グループ化 46">
            <a:extLst>
              <a:ext uri="{FF2B5EF4-FFF2-40B4-BE49-F238E27FC236}">
                <a16:creationId xmlns:a16="http://schemas.microsoft.com/office/drawing/2014/main" id="{20AE804D-BA43-93C5-BD05-E450971FEC74}"/>
              </a:ext>
            </a:extLst>
          </p:cNvPr>
          <p:cNvGrpSpPr/>
          <p:nvPr/>
        </p:nvGrpSpPr>
        <p:grpSpPr>
          <a:xfrm>
            <a:off x="7722477" y="2364520"/>
            <a:ext cx="4056798" cy="4301574"/>
            <a:chOff x="7654189" y="1809214"/>
            <a:chExt cx="4454699" cy="4723483"/>
          </a:xfrm>
        </p:grpSpPr>
        <p:grpSp>
          <p:nvGrpSpPr>
            <p:cNvPr id="10" name="グループ化 9">
              <a:extLst>
                <a:ext uri="{FF2B5EF4-FFF2-40B4-BE49-F238E27FC236}">
                  <a16:creationId xmlns:a16="http://schemas.microsoft.com/office/drawing/2014/main" id="{E74EF78E-6093-9114-1E1A-33648BD83053}"/>
                </a:ext>
              </a:extLst>
            </p:cNvPr>
            <p:cNvGrpSpPr/>
            <p:nvPr/>
          </p:nvGrpSpPr>
          <p:grpSpPr>
            <a:xfrm>
              <a:off x="7654189" y="1809214"/>
              <a:ext cx="4454699" cy="4336343"/>
              <a:chOff x="7827265" y="1191851"/>
              <a:chExt cx="4364735" cy="4328221"/>
            </a:xfrm>
          </p:grpSpPr>
          <p:grpSp>
            <p:nvGrpSpPr>
              <p:cNvPr id="12" name="グループ化 11">
                <a:extLst>
                  <a:ext uri="{FF2B5EF4-FFF2-40B4-BE49-F238E27FC236}">
                    <a16:creationId xmlns:a16="http://schemas.microsoft.com/office/drawing/2014/main" id="{25A862EC-F475-C0B4-9609-0A546F6D6EAF}"/>
                  </a:ext>
                </a:extLst>
              </p:cNvPr>
              <p:cNvGrpSpPr/>
              <p:nvPr/>
            </p:nvGrpSpPr>
            <p:grpSpPr>
              <a:xfrm>
                <a:off x="7827265" y="1191851"/>
                <a:ext cx="4364735" cy="4328221"/>
                <a:chOff x="19113226" y="7045845"/>
                <a:chExt cx="10772453" cy="10930608"/>
              </a:xfrm>
            </p:grpSpPr>
            <p:sp>
              <p:nvSpPr>
                <p:cNvPr id="15" name="矢印: 下 14">
                  <a:extLst>
                    <a:ext uri="{FF2B5EF4-FFF2-40B4-BE49-F238E27FC236}">
                      <a16:creationId xmlns:a16="http://schemas.microsoft.com/office/drawing/2014/main" id="{391A0E19-335A-3270-6CC0-DD662AED8520}"/>
                    </a:ext>
                  </a:extLst>
                </p:cNvPr>
                <p:cNvSpPr/>
                <p:nvPr/>
              </p:nvSpPr>
              <p:spPr>
                <a:xfrm rot="16200000">
                  <a:off x="24386447" y="12084831"/>
                  <a:ext cx="375632" cy="2737628"/>
                </a:xfrm>
                <a:prstGeom prst="downArrow">
                  <a:avLst/>
                </a:prstGeom>
                <a:solidFill>
                  <a:schemeClr val="bg1">
                    <a:lumMod val="50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dirty="0">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AEFB1BFF-E738-B5F2-6DAB-0C65FEC08F2E}"/>
                    </a:ext>
                  </a:extLst>
                </p:cNvPr>
                <p:cNvSpPr/>
                <p:nvPr/>
              </p:nvSpPr>
              <p:spPr>
                <a:xfrm>
                  <a:off x="19113226" y="7045845"/>
                  <a:ext cx="5278714" cy="988957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20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7A02175F-2A95-8A3D-9497-15D941CE0D2C}"/>
                    </a:ext>
                  </a:extLst>
                </p:cNvPr>
                <p:cNvSpPr txBox="1"/>
                <p:nvPr/>
              </p:nvSpPr>
              <p:spPr>
                <a:xfrm>
                  <a:off x="19731222" y="17001020"/>
                  <a:ext cx="4042724" cy="975433"/>
                </a:xfrm>
                <a:prstGeom prst="rect">
                  <a:avLst/>
                </a:prstGeom>
                <a:noFill/>
              </p:spPr>
              <p:txBody>
                <a:bodyPr wrap="square" rtlCol="0">
                  <a:spAutoFit/>
                </a:bodyPr>
                <a:lstStyle/>
                <a:p>
                  <a:pPr algn="ctr"/>
                  <a:r>
                    <a:rPr kumimoji="1" lang="ja-JP" altLang="en-US" sz="1200" b="1" dirty="0">
                      <a:latin typeface="メイリオ" panose="020B0604030504040204" pitchFamily="50" charset="-128"/>
                      <a:ea typeface="メイリオ" panose="020B0604030504040204" pitchFamily="50" charset="-128"/>
                    </a:rPr>
                    <a:t>オフラインでの</a:t>
                  </a:r>
                  <a:endParaRPr kumimoji="1"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分類モデル作成</a:t>
                  </a:r>
                </a:p>
              </p:txBody>
            </p:sp>
            <p:sp>
              <p:nvSpPr>
                <p:cNvPr id="19" name="テキスト ボックス 18">
                  <a:extLst>
                    <a:ext uri="{FF2B5EF4-FFF2-40B4-BE49-F238E27FC236}">
                      <a16:creationId xmlns:a16="http://schemas.microsoft.com/office/drawing/2014/main" id="{4E4DD152-97F3-7EFB-EFC6-ECE3E6EF35CD}"/>
                    </a:ext>
                  </a:extLst>
                </p:cNvPr>
                <p:cNvSpPr txBox="1"/>
                <p:nvPr/>
              </p:nvSpPr>
              <p:spPr>
                <a:xfrm>
                  <a:off x="25224959" y="17000157"/>
                  <a:ext cx="4042724" cy="975433"/>
                </a:xfrm>
                <a:prstGeom prst="rect">
                  <a:avLst/>
                </a:prstGeom>
                <a:noFill/>
              </p:spPr>
              <p:txBody>
                <a:bodyPr wrap="square" rtlCol="0">
                  <a:spAutoFit/>
                </a:bodyPr>
                <a:lstStyle/>
                <a:p>
                  <a:pPr algn="ctr"/>
                  <a:r>
                    <a:rPr kumimoji="1" lang="ja-JP" altLang="en-US" sz="1200" b="1" dirty="0">
                      <a:latin typeface="メイリオ" panose="020B0604030504040204" pitchFamily="50" charset="-128"/>
                      <a:ea typeface="メイリオ" panose="020B0604030504040204" pitchFamily="50" charset="-128"/>
                    </a:rPr>
                    <a:t>オンラインでの</a:t>
                  </a:r>
                  <a:br>
                    <a:rPr kumimoji="1" lang="en-US" altLang="ja-JP" sz="1200" b="1" dirty="0">
                      <a:latin typeface="メイリオ" panose="020B0604030504040204" pitchFamily="50" charset="-128"/>
                      <a:ea typeface="メイリオ" panose="020B0604030504040204" pitchFamily="50" charset="-128"/>
                    </a:rPr>
                  </a:br>
                  <a:r>
                    <a:rPr kumimoji="1" lang="ja-JP" altLang="en-US" sz="1200" b="1" dirty="0">
                      <a:latin typeface="メイリオ" panose="020B0604030504040204" pitchFamily="50" charset="-128"/>
                      <a:ea typeface="メイリオ" panose="020B0604030504040204" pitchFamily="50" charset="-128"/>
                    </a:rPr>
                    <a:t>診断支援</a:t>
                  </a:r>
                </a:p>
              </p:txBody>
            </p:sp>
            <p:grpSp>
              <p:nvGrpSpPr>
                <p:cNvPr id="20" name="グループ化 19">
                  <a:extLst>
                    <a:ext uri="{FF2B5EF4-FFF2-40B4-BE49-F238E27FC236}">
                      <a16:creationId xmlns:a16="http://schemas.microsoft.com/office/drawing/2014/main" id="{EDBB6D2C-D208-F593-0CE4-C066BA32D82C}"/>
                    </a:ext>
                  </a:extLst>
                </p:cNvPr>
                <p:cNvGrpSpPr/>
                <p:nvPr/>
              </p:nvGrpSpPr>
              <p:grpSpPr>
                <a:xfrm>
                  <a:off x="19225366" y="7202103"/>
                  <a:ext cx="4224569" cy="9495850"/>
                  <a:chOff x="19579330" y="7054618"/>
                  <a:chExt cx="4224569" cy="9495850"/>
                </a:xfrm>
              </p:grpSpPr>
              <p:sp>
                <p:nvSpPr>
                  <p:cNvPr id="33" name="正方形/長方形 32">
                    <a:extLst>
                      <a:ext uri="{FF2B5EF4-FFF2-40B4-BE49-F238E27FC236}">
                        <a16:creationId xmlns:a16="http://schemas.microsoft.com/office/drawing/2014/main" id="{2BA07362-8728-D065-9368-E60A89A4E4D5}"/>
                      </a:ext>
                    </a:extLst>
                  </p:cNvPr>
                  <p:cNvSpPr/>
                  <p:nvPr/>
                </p:nvSpPr>
                <p:spPr>
                  <a:xfrm>
                    <a:off x="19694118" y="7054618"/>
                    <a:ext cx="3775587" cy="1321275"/>
                  </a:xfrm>
                  <a:prstGeom prst="rect">
                    <a:avLst/>
                  </a:prstGeom>
                  <a:solidFill>
                    <a:schemeClr val="tx2">
                      <a:lumMod val="40000"/>
                      <a:lumOff val="60000"/>
                    </a:schemeClr>
                  </a:solidFill>
                  <a:ln>
                    <a:solidFill>
                      <a:schemeClr val="tx2">
                        <a:lumMod val="40000"/>
                        <a:lumOff val="6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多数の患者の</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会話場面の収録</a:t>
                    </a:r>
                  </a:p>
                </p:txBody>
              </p:sp>
              <p:sp>
                <p:nvSpPr>
                  <p:cNvPr id="34" name="正方形/長方形 33">
                    <a:extLst>
                      <a:ext uri="{FF2B5EF4-FFF2-40B4-BE49-F238E27FC236}">
                        <a16:creationId xmlns:a16="http://schemas.microsoft.com/office/drawing/2014/main" id="{BF613D7C-846A-0780-F288-368A41057087}"/>
                      </a:ext>
                    </a:extLst>
                  </p:cNvPr>
                  <p:cNvSpPr/>
                  <p:nvPr/>
                </p:nvSpPr>
                <p:spPr>
                  <a:xfrm>
                    <a:off x="19694118" y="9179530"/>
                    <a:ext cx="3775587" cy="983280"/>
                  </a:xfrm>
                  <a:prstGeom prst="rect">
                    <a:avLst/>
                  </a:prstGeom>
                  <a:solidFill>
                    <a:schemeClr val="tx2">
                      <a:lumMod val="40000"/>
                      <a:lumOff val="60000"/>
                    </a:schemeClr>
                  </a:solidFill>
                  <a:ln>
                    <a:solidFill>
                      <a:schemeClr val="tx2">
                        <a:lumMod val="40000"/>
                        <a:lumOff val="6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発話区間の抽出</a:t>
                    </a:r>
                  </a:p>
                </p:txBody>
              </p:sp>
              <p:sp>
                <p:nvSpPr>
                  <p:cNvPr id="35" name="正方形/長方形 34">
                    <a:extLst>
                      <a:ext uri="{FF2B5EF4-FFF2-40B4-BE49-F238E27FC236}">
                        <a16:creationId xmlns:a16="http://schemas.microsoft.com/office/drawing/2014/main" id="{63885946-4201-E169-268F-E5C2989F4B2E}"/>
                      </a:ext>
                    </a:extLst>
                  </p:cNvPr>
                  <p:cNvSpPr/>
                  <p:nvPr/>
                </p:nvSpPr>
                <p:spPr>
                  <a:xfrm>
                    <a:off x="19687591" y="11067341"/>
                    <a:ext cx="3775587" cy="983281"/>
                  </a:xfrm>
                  <a:prstGeom prst="rect">
                    <a:avLst/>
                  </a:prstGeom>
                  <a:solidFill>
                    <a:schemeClr val="tx2">
                      <a:lumMod val="40000"/>
                      <a:lumOff val="60000"/>
                    </a:schemeClr>
                  </a:solidFill>
                  <a:ln>
                    <a:solidFill>
                      <a:schemeClr val="tx2">
                        <a:lumMod val="40000"/>
                        <a:lumOff val="6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特徴量の抽出</a:t>
                    </a:r>
                  </a:p>
                </p:txBody>
              </p:sp>
              <p:sp>
                <p:nvSpPr>
                  <p:cNvPr id="36" name="正方形/長方形 35">
                    <a:extLst>
                      <a:ext uri="{FF2B5EF4-FFF2-40B4-BE49-F238E27FC236}">
                        <a16:creationId xmlns:a16="http://schemas.microsoft.com/office/drawing/2014/main" id="{0B63722D-8C5B-2449-24F1-ACA8DADA0F3B}"/>
                      </a:ext>
                    </a:extLst>
                  </p:cNvPr>
                  <p:cNvSpPr/>
                  <p:nvPr/>
                </p:nvSpPr>
                <p:spPr>
                  <a:xfrm>
                    <a:off x="19694118" y="12918600"/>
                    <a:ext cx="3775587" cy="949135"/>
                  </a:xfrm>
                  <a:prstGeom prst="rect">
                    <a:avLst/>
                  </a:prstGeom>
                  <a:solidFill>
                    <a:schemeClr val="tx2">
                      <a:lumMod val="40000"/>
                      <a:lumOff val="60000"/>
                    </a:schemeClr>
                  </a:solidFill>
                  <a:ln>
                    <a:solidFill>
                      <a:schemeClr val="tx2">
                        <a:lumMod val="40000"/>
                        <a:lumOff val="6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分類モデル構築</a:t>
                    </a:r>
                  </a:p>
                </p:txBody>
              </p:sp>
              <p:sp>
                <p:nvSpPr>
                  <p:cNvPr id="37" name="矢印: 下 36">
                    <a:extLst>
                      <a:ext uri="{FF2B5EF4-FFF2-40B4-BE49-F238E27FC236}">
                        <a16:creationId xmlns:a16="http://schemas.microsoft.com/office/drawing/2014/main" id="{B269933D-B2DD-07B3-3154-0CEA6A1E8D92}"/>
                      </a:ext>
                    </a:extLst>
                  </p:cNvPr>
                  <p:cNvSpPr/>
                  <p:nvPr/>
                </p:nvSpPr>
                <p:spPr>
                  <a:xfrm>
                    <a:off x="20055811" y="8258410"/>
                    <a:ext cx="304144" cy="888859"/>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latin typeface="メイリオ" panose="020B0604030504040204" pitchFamily="50" charset="-128"/>
                      <a:ea typeface="メイリオ" panose="020B0604030504040204" pitchFamily="50" charset="-128"/>
                    </a:endParaRPr>
                  </a:p>
                </p:txBody>
              </p:sp>
              <p:sp>
                <p:nvSpPr>
                  <p:cNvPr id="38" name="四角形: 角を丸くする 37">
                    <a:extLst>
                      <a:ext uri="{FF2B5EF4-FFF2-40B4-BE49-F238E27FC236}">
                        <a16:creationId xmlns:a16="http://schemas.microsoft.com/office/drawing/2014/main" id="{9E90F1FD-51CA-265C-3E05-A99B5E5C6B61}"/>
                      </a:ext>
                    </a:extLst>
                  </p:cNvPr>
                  <p:cNvSpPr/>
                  <p:nvPr/>
                </p:nvSpPr>
                <p:spPr>
                  <a:xfrm>
                    <a:off x="20371825" y="14230747"/>
                    <a:ext cx="2810266" cy="830997"/>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正解ラベル</a:t>
                    </a:r>
                  </a:p>
                </p:txBody>
              </p:sp>
              <p:sp>
                <p:nvSpPr>
                  <p:cNvPr id="39" name="正方形/長方形 38">
                    <a:extLst>
                      <a:ext uri="{FF2B5EF4-FFF2-40B4-BE49-F238E27FC236}">
                        <a16:creationId xmlns:a16="http://schemas.microsoft.com/office/drawing/2014/main" id="{476239BD-AF42-CC14-6974-B9598DFCF5EE}"/>
                      </a:ext>
                    </a:extLst>
                  </p:cNvPr>
                  <p:cNvSpPr/>
                  <p:nvPr/>
                </p:nvSpPr>
                <p:spPr>
                  <a:xfrm>
                    <a:off x="19579330" y="9067299"/>
                    <a:ext cx="4224569" cy="7483169"/>
                  </a:xfrm>
                  <a:prstGeom prst="rect">
                    <a:avLst/>
                  </a:prstGeom>
                  <a:no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latin typeface="メイリオ" panose="020B0604030504040204" pitchFamily="50" charset="-128"/>
                      <a:ea typeface="メイリオ" panose="020B0604030504040204" pitchFamily="50" charset="-128"/>
                    </a:endParaRPr>
                  </a:p>
                </p:txBody>
              </p:sp>
              <p:sp>
                <p:nvSpPr>
                  <p:cNvPr id="40" name="正方形/長方形 39">
                    <a:extLst>
                      <a:ext uri="{FF2B5EF4-FFF2-40B4-BE49-F238E27FC236}">
                        <a16:creationId xmlns:a16="http://schemas.microsoft.com/office/drawing/2014/main" id="{F3388553-10E9-E706-92A7-D17B84738866}"/>
                      </a:ext>
                    </a:extLst>
                  </p:cNvPr>
                  <p:cNvSpPr/>
                  <p:nvPr/>
                </p:nvSpPr>
                <p:spPr>
                  <a:xfrm>
                    <a:off x="19665842" y="15331539"/>
                    <a:ext cx="3775587" cy="949135"/>
                  </a:xfrm>
                  <a:prstGeom prst="rect">
                    <a:avLst/>
                  </a:prstGeom>
                  <a:solidFill>
                    <a:schemeClr val="tx2">
                      <a:lumMod val="40000"/>
                      <a:lumOff val="60000"/>
                    </a:schemeClr>
                  </a:solidFill>
                  <a:ln>
                    <a:solidFill>
                      <a:schemeClr val="tx2">
                        <a:lumMod val="40000"/>
                        <a:lumOff val="6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患者情報の収集</a:t>
                    </a:r>
                  </a:p>
                </p:txBody>
              </p:sp>
              <p:sp>
                <p:nvSpPr>
                  <p:cNvPr id="41" name="矢印: 下 40">
                    <a:extLst>
                      <a:ext uri="{FF2B5EF4-FFF2-40B4-BE49-F238E27FC236}">
                        <a16:creationId xmlns:a16="http://schemas.microsoft.com/office/drawing/2014/main" id="{5B09A813-583D-6CD8-D70F-4C02CDD024C7}"/>
                      </a:ext>
                    </a:extLst>
                  </p:cNvPr>
                  <p:cNvSpPr/>
                  <p:nvPr/>
                </p:nvSpPr>
                <p:spPr>
                  <a:xfrm>
                    <a:off x="20055811" y="10155725"/>
                    <a:ext cx="304144" cy="888859"/>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latin typeface="メイリオ" panose="020B0604030504040204" pitchFamily="50" charset="-128"/>
                      <a:ea typeface="メイリオ" panose="020B0604030504040204" pitchFamily="50" charset="-128"/>
                    </a:endParaRPr>
                  </a:p>
                </p:txBody>
              </p:sp>
              <p:sp>
                <p:nvSpPr>
                  <p:cNvPr id="42" name="矢印: 下 41">
                    <a:extLst>
                      <a:ext uri="{FF2B5EF4-FFF2-40B4-BE49-F238E27FC236}">
                        <a16:creationId xmlns:a16="http://schemas.microsoft.com/office/drawing/2014/main" id="{D9BBAE8A-A6AB-77CC-312D-51E5FFF39131}"/>
                      </a:ext>
                    </a:extLst>
                  </p:cNvPr>
                  <p:cNvSpPr/>
                  <p:nvPr/>
                </p:nvSpPr>
                <p:spPr>
                  <a:xfrm>
                    <a:off x="20044862" y="12090560"/>
                    <a:ext cx="315093" cy="783918"/>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latin typeface="メイリオ" panose="020B0604030504040204" pitchFamily="50" charset="-128"/>
                      <a:ea typeface="メイリオ" panose="020B0604030504040204" pitchFamily="50" charset="-128"/>
                    </a:endParaRPr>
                  </a:p>
                </p:txBody>
              </p:sp>
              <p:sp>
                <p:nvSpPr>
                  <p:cNvPr id="43" name="矢印: 下 42">
                    <a:extLst>
                      <a:ext uri="{FF2B5EF4-FFF2-40B4-BE49-F238E27FC236}">
                        <a16:creationId xmlns:a16="http://schemas.microsoft.com/office/drawing/2014/main" id="{82B85C78-4B39-3C26-8A9E-6A37EB85B348}"/>
                      </a:ext>
                    </a:extLst>
                  </p:cNvPr>
                  <p:cNvSpPr/>
                  <p:nvPr/>
                </p:nvSpPr>
                <p:spPr>
                  <a:xfrm rot="10800000">
                    <a:off x="20052044" y="13851008"/>
                    <a:ext cx="307911" cy="1487840"/>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latin typeface="メイリオ" panose="020B0604030504040204" pitchFamily="50" charset="-128"/>
                      <a:ea typeface="メイリオ" panose="020B0604030504040204" pitchFamily="50" charset="-128"/>
                    </a:endParaRPr>
                  </a:p>
                </p:txBody>
              </p:sp>
            </p:grpSp>
            <p:sp>
              <p:nvSpPr>
                <p:cNvPr id="22" name="正方形/長方形 21">
                  <a:extLst>
                    <a:ext uri="{FF2B5EF4-FFF2-40B4-BE49-F238E27FC236}">
                      <a16:creationId xmlns:a16="http://schemas.microsoft.com/office/drawing/2014/main" id="{E4A0FAA6-9417-E78A-D634-46244ABA6DED}"/>
                    </a:ext>
                  </a:extLst>
                </p:cNvPr>
                <p:cNvSpPr/>
                <p:nvPr/>
              </p:nvSpPr>
              <p:spPr>
                <a:xfrm>
                  <a:off x="24606965" y="7051337"/>
                  <a:ext cx="5278714" cy="988957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200">
                    <a:latin typeface="メイリオ" panose="020B0604030504040204" pitchFamily="50" charset="-128"/>
                    <a:ea typeface="メイリオ" panose="020B0604030504040204" pitchFamily="50" charset="-128"/>
                  </a:endParaRPr>
                </a:p>
              </p:txBody>
            </p:sp>
            <p:grpSp>
              <p:nvGrpSpPr>
                <p:cNvPr id="23" name="グループ化 22">
                  <a:extLst>
                    <a:ext uri="{FF2B5EF4-FFF2-40B4-BE49-F238E27FC236}">
                      <a16:creationId xmlns:a16="http://schemas.microsoft.com/office/drawing/2014/main" id="{8F867631-1395-422D-FD47-D8C84FB14614}"/>
                    </a:ext>
                  </a:extLst>
                </p:cNvPr>
                <p:cNvGrpSpPr/>
                <p:nvPr/>
              </p:nvGrpSpPr>
              <p:grpSpPr>
                <a:xfrm>
                  <a:off x="25874059" y="7255262"/>
                  <a:ext cx="3776267" cy="9138258"/>
                  <a:chOff x="25490598" y="7137274"/>
                  <a:chExt cx="3776267" cy="9138258"/>
                </a:xfrm>
              </p:grpSpPr>
              <p:sp>
                <p:nvSpPr>
                  <p:cNvPr id="24" name="正方形/長方形 23">
                    <a:extLst>
                      <a:ext uri="{FF2B5EF4-FFF2-40B4-BE49-F238E27FC236}">
                        <a16:creationId xmlns:a16="http://schemas.microsoft.com/office/drawing/2014/main" id="{AE961159-DE2F-54E9-CD8F-E9FCFF9E0AA2}"/>
                      </a:ext>
                    </a:extLst>
                  </p:cNvPr>
                  <p:cNvSpPr/>
                  <p:nvPr/>
                </p:nvSpPr>
                <p:spPr>
                  <a:xfrm>
                    <a:off x="25490598" y="15331540"/>
                    <a:ext cx="3775586" cy="943992"/>
                  </a:xfrm>
                  <a:prstGeom prst="rect">
                    <a:avLst/>
                  </a:prstGeom>
                  <a:solidFill>
                    <a:schemeClr val="tx2">
                      <a:lumMod val="40000"/>
                      <a:lumOff val="60000"/>
                    </a:schemeClr>
                  </a:solidFill>
                  <a:ln>
                    <a:solidFill>
                      <a:schemeClr val="tx2">
                        <a:lumMod val="40000"/>
                        <a:lumOff val="6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専門医の診断</a:t>
                    </a:r>
                  </a:p>
                </p:txBody>
              </p:sp>
              <p:sp>
                <p:nvSpPr>
                  <p:cNvPr id="25" name="正方形/長方形 24">
                    <a:extLst>
                      <a:ext uri="{FF2B5EF4-FFF2-40B4-BE49-F238E27FC236}">
                        <a16:creationId xmlns:a16="http://schemas.microsoft.com/office/drawing/2014/main" id="{EB45CF03-3463-3B9D-D044-F3B22064BC33}"/>
                      </a:ext>
                    </a:extLst>
                  </p:cNvPr>
                  <p:cNvSpPr/>
                  <p:nvPr/>
                </p:nvSpPr>
                <p:spPr>
                  <a:xfrm>
                    <a:off x="25490600" y="11105540"/>
                    <a:ext cx="3775587" cy="983281"/>
                  </a:xfrm>
                  <a:prstGeom prst="rect">
                    <a:avLst/>
                  </a:prstGeom>
                  <a:solidFill>
                    <a:schemeClr val="tx2">
                      <a:lumMod val="40000"/>
                      <a:lumOff val="60000"/>
                    </a:schemeClr>
                  </a:solidFill>
                  <a:ln>
                    <a:solidFill>
                      <a:schemeClr val="tx2">
                        <a:lumMod val="40000"/>
                        <a:lumOff val="6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特徴量の抽出</a:t>
                    </a:r>
                  </a:p>
                </p:txBody>
              </p:sp>
              <p:sp>
                <p:nvSpPr>
                  <p:cNvPr id="26" name="四角形: 角を丸くする 25">
                    <a:extLst>
                      <a:ext uri="{FF2B5EF4-FFF2-40B4-BE49-F238E27FC236}">
                        <a16:creationId xmlns:a16="http://schemas.microsoft.com/office/drawing/2014/main" id="{9CA67D26-91F6-4222-EEE7-839512FF3525}"/>
                      </a:ext>
                    </a:extLst>
                  </p:cNvPr>
                  <p:cNvSpPr/>
                  <p:nvPr/>
                </p:nvSpPr>
                <p:spPr>
                  <a:xfrm>
                    <a:off x="26193132" y="14184723"/>
                    <a:ext cx="2810265" cy="830997"/>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分類結果</a:t>
                    </a:r>
                  </a:p>
                </p:txBody>
              </p:sp>
              <p:sp>
                <p:nvSpPr>
                  <p:cNvPr id="27" name="正方形/長方形 26">
                    <a:extLst>
                      <a:ext uri="{FF2B5EF4-FFF2-40B4-BE49-F238E27FC236}">
                        <a16:creationId xmlns:a16="http://schemas.microsoft.com/office/drawing/2014/main" id="{1F232035-E1CF-3A09-2B38-A0CFC56B81CB}"/>
                      </a:ext>
                    </a:extLst>
                  </p:cNvPr>
                  <p:cNvSpPr/>
                  <p:nvPr/>
                </p:nvSpPr>
                <p:spPr>
                  <a:xfrm>
                    <a:off x="25491277" y="7137274"/>
                    <a:ext cx="3775588" cy="1238619"/>
                  </a:xfrm>
                  <a:prstGeom prst="rect">
                    <a:avLst/>
                  </a:prstGeom>
                  <a:solidFill>
                    <a:schemeClr val="tx2">
                      <a:lumMod val="40000"/>
                      <a:lumOff val="60000"/>
                    </a:schemeClr>
                  </a:solidFill>
                  <a:ln>
                    <a:solidFill>
                      <a:schemeClr val="tx2">
                        <a:lumMod val="40000"/>
                        <a:lumOff val="6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ja-JP" sz="1200" dirty="0">
                        <a:latin typeface="メイリオ" panose="020B0604030504040204" pitchFamily="50" charset="-128"/>
                        <a:ea typeface="メイリオ" panose="020B0604030504040204" pitchFamily="50" charset="-128"/>
                      </a:rPr>
                      <a:t>1</a:t>
                    </a:r>
                    <a:r>
                      <a:rPr kumimoji="1" lang="ja-JP" altLang="en-US" sz="1200" dirty="0">
                        <a:latin typeface="メイリオ" panose="020B0604030504040204" pitchFamily="50" charset="-128"/>
                        <a:ea typeface="メイリオ" panose="020B0604030504040204" pitchFamily="50" charset="-128"/>
                      </a:rPr>
                      <a:t>人の患者の</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会話場面の録画</a:t>
                    </a:r>
                  </a:p>
                </p:txBody>
              </p:sp>
              <p:sp>
                <p:nvSpPr>
                  <p:cNvPr id="28" name="矢印: 下 27">
                    <a:extLst>
                      <a:ext uri="{FF2B5EF4-FFF2-40B4-BE49-F238E27FC236}">
                        <a16:creationId xmlns:a16="http://schemas.microsoft.com/office/drawing/2014/main" id="{93A90F74-A712-4353-A8D1-54177712406E}"/>
                      </a:ext>
                    </a:extLst>
                  </p:cNvPr>
                  <p:cNvSpPr/>
                  <p:nvPr/>
                </p:nvSpPr>
                <p:spPr>
                  <a:xfrm>
                    <a:off x="25789421" y="8392846"/>
                    <a:ext cx="304145" cy="781855"/>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5AF41217-4489-46D4-371F-63656860237F}"/>
                      </a:ext>
                    </a:extLst>
                  </p:cNvPr>
                  <p:cNvSpPr/>
                  <p:nvPr/>
                </p:nvSpPr>
                <p:spPr>
                  <a:xfrm>
                    <a:off x="25490609" y="9184710"/>
                    <a:ext cx="3775587" cy="983280"/>
                  </a:xfrm>
                  <a:prstGeom prst="rect">
                    <a:avLst/>
                  </a:prstGeom>
                  <a:solidFill>
                    <a:schemeClr val="tx2">
                      <a:lumMod val="40000"/>
                      <a:lumOff val="60000"/>
                    </a:schemeClr>
                  </a:solidFill>
                  <a:ln>
                    <a:solidFill>
                      <a:schemeClr val="tx2">
                        <a:lumMod val="40000"/>
                        <a:lumOff val="6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発話区間の抽出</a:t>
                    </a:r>
                  </a:p>
                </p:txBody>
              </p:sp>
              <p:sp>
                <p:nvSpPr>
                  <p:cNvPr id="30" name="矢印: 下 29">
                    <a:extLst>
                      <a:ext uri="{FF2B5EF4-FFF2-40B4-BE49-F238E27FC236}">
                        <a16:creationId xmlns:a16="http://schemas.microsoft.com/office/drawing/2014/main" id="{89C22D39-CC3A-FFB5-B1DC-4BCB04C98163}"/>
                      </a:ext>
                    </a:extLst>
                  </p:cNvPr>
                  <p:cNvSpPr/>
                  <p:nvPr/>
                </p:nvSpPr>
                <p:spPr>
                  <a:xfrm>
                    <a:off x="25789421" y="10182124"/>
                    <a:ext cx="304145" cy="914715"/>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latin typeface="メイリオ" panose="020B0604030504040204" pitchFamily="50" charset="-128"/>
                      <a:ea typeface="メイリオ" panose="020B0604030504040204" pitchFamily="50" charset="-128"/>
                    </a:endParaRPr>
                  </a:p>
                </p:txBody>
              </p:sp>
              <p:sp>
                <p:nvSpPr>
                  <p:cNvPr id="31" name="矢印: 下 30">
                    <a:extLst>
                      <a:ext uri="{FF2B5EF4-FFF2-40B4-BE49-F238E27FC236}">
                        <a16:creationId xmlns:a16="http://schemas.microsoft.com/office/drawing/2014/main" id="{8AB34362-3E85-8AA8-3BB0-26FAA846537A}"/>
                      </a:ext>
                    </a:extLst>
                  </p:cNvPr>
                  <p:cNvSpPr/>
                  <p:nvPr/>
                </p:nvSpPr>
                <p:spPr>
                  <a:xfrm>
                    <a:off x="25798775" y="12105775"/>
                    <a:ext cx="294791" cy="849516"/>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CE4CDB0A-31EF-6E4A-7455-A8AD9472196B}"/>
                      </a:ext>
                    </a:extLst>
                  </p:cNvPr>
                  <p:cNvSpPr/>
                  <p:nvPr/>
                </p:nvSpPr>
                <p:spPr>
                  <a:xfrm>
                    <a:off x="25490600" y="12955294"/>
                    <a:ext cx="3775588" cy="983278"/>
                  </a:xfrm>
                  <a:prstGeom prst="rect">
                    <a:avLst/>
                  </a:prstGeom>
                  <a:solidFill>
                    <a:schemeClr val="tx2">
                      <a:lumMod val="40000"/>
                      <a:lumOff val="60000"/>
                    </a:schemeClr>
                  </a:solidFill>
                  <a:ln>
                    <a:solidFill>
                      <a:schemeClr val="tx2">
                        <a:lumMod val="40000"/>
                        <a:lumOff val="6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sz="1200" dirty="0">
                        <a:latin typeface="メイリオ" panose="020B0604030504040204" pitchFamily="50" charset="-128"/>
                        <a:ea typeface="メイリオ" panose="020B0604030504040204" pitchFamily="50" charset="-128"/>
                      </a:rPr>
                      <a:t>せん妄判別</a:t>
                    </a:r>
                    <a:endParaRPr kumimoji="1" lang="ja-JP" altLang="en-US" sz="1200" dirty="0">
                      <a:latin typeface="メイリオ" panose="020B0604030504040204" pitchFamily="50" charset="-128"/>
                      <a:ea typeface="メイリオ" panose="020B0604030504040204" pitchFamily="50" charset="-128"/>
                    </a:endParaRPr>
                  </a:p>
                </p:txBody>
              </p:sp>
            </p:grpSp>
          </p:grpSp>
          <p:sp>
            <p:nvSpPr>
              <p:cNvPr id="13" name="四角形: 角を丸くする 12">
                <a:extLst>
                  <a:ext uri="{FF2B5EF4-FFF2-40B4-BE49-F238E27FC236}">
                    <a16:creationId xmlns:a16="http://schemas.microsoft.com/office/drawing/2014/main" id="{4CBDD842-6CF3-E1A1-4312-751B33577CFA}"/>
                  </a:ext>
                </a:extLst>
              </p:cNvPr>
              <p:cNvSpPr/>
              <p:nvPr/>
            </p:nvSpPr>
            <p:spPr>
              <a:xfrm>
                <a:off x="9457372" y="3329547"/>
                <a:ext cx="1109218" cy="319169"/>
              </a:xfrm>
              <a:prstGeom prst="roundRect">
                <a:avLst/>
              </a:prstGeom>
              <a:solidFill>
                <a:srgbClr val="FFC000"/>
              </a:solidFill>
            </p:spPr>
            <p:style>
              <a:lnRef idx="3">
                <a:schemeClr val="lt1"/>
              </a:lnRef>
              <a:fillRef idx="1">
                <a:schemeClr val="accent2"/>
              </a:fillRef>
              <a:effectRef idx="1">
                <a:schemeClr val="accent2"/>
              </a:effectRef>
              <a:fontRef idx="minor">
                <a:schemeClr val="lt1"/>
              </a:fontRef>
            </p:style>
            <p:txBody>
              <a:bodyPr rtlCol="0" anchor="ctr"/>
              <a:lstStyle/>
              <a:p>
                <a:pPr algn="ctr"/>
                <a:r>
                  <a:rPr kumimoji="1" lang="ja-JP" altLang="en-US" sz="1200" dirty="0">
                    <a:solidFill>
                      <a:schemeClr val="tx1"/>
                    </a:solidFill>
                    <a:latin typeface="メイリオ" panose="020B0604030504040204" pitchFamily="50" charset="-128"/>
                    <a:ea typeface="メイリオ" panose="020B0604030504040204" pitchFamily="50" charset="-128"/>
                  </a:rPr>
                  <a:t>分類モデル</a:t>
                </a:r>
              </a:p>
            </p:txBody>
          </p:sp>
        </p:grpSp>
        <p:sp>
          <p:nvSpPr>
            <p:cNvPr id="44" name="テキスト ボックス 43">
              <a:extLst>
                <a:ext uri="{FF2B5EF4-FFF2-40B4-BE49-F238E27FC236}">
                  <a16:creationId xmlns:a16="http://schemas.microsoft.com/office/drawing/2014/main" id="{EAEED7A2-01F1-40F5-AE0F-FC586AA3A146}"/>
                </a:ext>
              </a:extLst>
            </p:cNvPr>
            <p:cNvSpPr txBox="1"/>
            <p:nvPr/>
          </p:nvSpPr>
          <p:spPr>
            <a:xfrm>
              <a:off x="8888741" y="6194143"/>
              <a:ext cx="2585627" cy="338554"/>
            </a:xfrm>
            <a:prstGeom prst="rect">
              <a:avLst/>
            </a:prstGeom>
            <a:noFill/>
          </p:spPr>
          <p:txBody>
            <a:bodyPr wrap="square" rtlCol="0">
              <a:spAutoFit/>
            </a:bodyPr>
            <a:lstStyle/>
            <a:p>
              <a:r>
                <a:rPr kumimoji="1" lang="ja-JP" altLang="en-US" sz="1600" b="1" dirty="0"/>
                <a:t>図</a:t>
              </a:r>
              <a:r>
                <a:rPr kumimoji="1" lang="en-US" altLang="ja-JP" sz="1600" b="1" dirty="0"/>
                <a:t>1</a:t>
              </a:r>
              <a:r>
                <a:rPr kumimoji="1" lang="ja-JP" altLang="en-US" sz="1600" b="1" dirty="0"/>
                <a:t>：診断支援コンセプト</a:t>
              </a:r>
            </a:p>
          </p:txBody>
        </p:sp>
        <p:sp>
          <p:nvSpPr>
            <p:cNvPr id="46" name="矢印: 下 45">
              <a:extLst>
                <a:ext uri="{FF2B5EF4-FFF2-40B4-BE49-F238E27FC236}">
                  <a16:creationId xmlns:a16="http://schemas.microsoft.com/office/drawing/2014/main" id="{6C36F6B1-36D4-411D-0232-854A60793F98}"/>
                </a:ext>
              </a:extLst>
            </p:cNvPr>
            <p:cNvSpPr/>
            <p:nvPr/>
          </p:nvSpPr>
          <p:spPr>
            <a:xfrm>
              <a:off x="10588822" y="4610881"/>
              <a:ext cx="119442" cy="543786"/>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400">
                <a:latin typeface="メイリオ" panose="020B0604030504040204" pitchFamily="50" charset="-128"/>
                <a:ea typeface="メイリオ" panose="020B0604030504040204" pitchFamily="50" charset="-128"/>
              </a:endParaRPr>
            </a:p>
          </p:txBody>
        </p:sp>
      </p:grpSp>
      <p:sp>
        <p:nvSpPr>
          <p:cNvPr id="48" name="四角形: 角を丸くする 47">
            <a:extLst>
              <a:ext uri="{FF2B5EF4-FFF2-40B4-BE49-F238E27FC236}">
                <a16:creationId xmlns:a16="http://schemas.microsoft.com/office/drawing/2014/main" id="{8DBB1EB5-BA6B-3A65-2451-E858AFA6E2E9}"/>
              </a:ext>
            </a:extLst>
          </p:cNvPr>
          <p:cNvSpPr/>
          <p:nvPr/>
        </p:nvSpPr>
        <p:spPr>
          <a:xfrm>
            <a:off x="561172" y="5635035"/>
            <a:ext cx="6633712" cy="47841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→精度</a:t>
            </a:r>
            <a:r>
              <a:rPr kumimoji="1" lang="en-US" altLang="ja-JP" sz="2000" dirty="0">
                <a:solidFill>
                  <a:schemeClr val="tx1"/>
                </a:solidFill>
              </a:rPr>
              <a:t>80</a:t>
            </a:r>
            <a:r>
              <a:rPr kumimoji="1" lang="ja-JP" altLang="en-US" sz="2000" dirty="0">
                <a:solidFill>
                  <a:schemeClr val="tx1"/>
                </a:solidFill>
              </a:rPr>
              <a:t>％以上で判別できるようにモデルを改良したい</a:t>
            </a:r>
          </a:p>
        </p:txBody>
      </p:sp>
      <p:sp>
        <p:nvSpPr>
          <p:cNvPr id="49" name="テキスト プレースホルダー 4">
            <a:extLst>
              <a:ext uri="{FF2B5EF4-FFF2-40B4-BE49-F238E27FC236}">
                <a16:creationId xmlns:a16="http://schemas.microsoft.com/office/drawing/2014/main" id="{F7538E5B-7ED6-AABA-E3C8-595A8DD55BF4}"/>
              </a:ext>
            </a:extLst>
          </p:cNvPr>
          <p:cNvSpPr txBox="1">
            <a:spLocks/>
          </p:cNvSpPr>
          <p:nvPr/>
        </p:nvSpPr>
        <p:spPr>
          <a:xfrm>
            <a:off x="669370" y="6187221"/>
            <a:ext cx="7053107" cy="352406"/>
          </a:xfrm>
          <a:prstGeom prst="rect">
            <a:avLst/>
          </a:prstGeom>
        </p:spPr>
        <p:txBody>
          <a:bodyPr vert="horz" wrap="square" lIns="0" tIns="0" rIns="0" bIns="0" rtlCol="0">
            <a:noAutofit/>
          </a:bodyPr>
          <a:lstStyle>
            <a:lvl1pPr marL="0"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1pPr>
            <a:lvl2pPr marL="177800"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2pPr>
            <a:lvl3pPr marL="534988"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3pPr>
            <a:lvl4pPr marL="803275"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4pPr>
            <a:lvl5pPr marL="1081088"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defTabSz="1257300"/>
            <a:r>
              <a:rPr lang="ja-JP" altLang="en-US" sz="1800" dirty="0"/>
              <a:t>・インフルエンザ検査機器</a:t>
            </a:r>
            <a:r>
              <a:rPr lang="ja-JP" altLang="en-US" sz="1800" kern="100" dirty="0">
                <a:solidFill>
                  <a:srgbClr val="000000"/>
                </a:solidFill>
                <a:latin typeface="メイリオ" panose="020B0604030504040204" pitchFamily="50" charset="-128"/>
                <a:ea typeface="メイリオ" panose="020B0604030504040204" pitchFamily="50" charset="-128"/>
                <a:cs typeface="Times New Roman" panose="02020603050405020304" pitchFamily="18" charset="0"/>
              </a:rPr>
              <a:t> </a:t>
            </a:r>
            <a:r>
              <a:rPr lang="en-US" altLang="ja-JP" sz="1200" kern="100" dirty="0">
                <a:solidFill>
                  <a:srgbClr val="000000"/>
                </a:solidFill>
                <a:latin typeface="メイリオ" panose="020B0604030504040204" pitchFamily="50" charset="-128"/>
                <a:ea typeface="メイリオ" panose="020B0604030504040204" pitchFamily="50" charset="-128"/>
                <a:cs typeface="Times New Roman" panose="02020603050405020304" pitchFamily="18" charset="0"/>
              </a:rPr>
              <a:t>[https://nodoca.aillis.jp/]</a:t>
            </a:r>
            <a:r>
              <a:rPr lang="ja-JP" altLang="en-US" sz="1800" kern="100" dirty="0">
                <a:solidFill>
                  <a:srgbClr val="000000"/>
                </a:solidFill>
                <a:latin typeface="メイリオ" panose="020B0604030504040204" pitchFamily="50" charset="-128"/>
                <a:ea typeface="メイリオ" panose="020B0604030504040204" pitchFamily="50" charset="-128"/>
                <a:cs typeface="Times New Roman" panose="02020603050405020304" pitchFamily="18" charset="0"/>
              </a:rPr>
              <a:t>は</a:t>
            </a:r>
            <a:r>
              <a:rPr lang="en-US" altLang="ja-JP" sz="1800" kern="100" dirty="0">
                <a:solidFill>
                  <a:srgbClr val="000000"/>
                </a:solidFill>
                <a:latin typeface="メイリオ" panose="020B0604030504040204" pitchFamily="50" charset="-128"/>
                <a:ea typeface="メイリオ" panose="020B0604030504040204" pitchFamily="50" charset="-128"/>
                <a:cs typeface="Times New Roman" panose="02020603050405020304" pitchFamily="18" charset="0"/>
              </a:rPr>
              <a:t>80%</a:t>
            </a:r>
            <a:r>
              <a:rPr lang="ja-JP" altLang="en-US" sz="1800" kern="100" dirty="0">
                <a:solidFill>
                  <a:srgbClr val="000000"/>
                </a:solidFill>
                <a:latin typeface="メイリオ" panose="020B0604030504040204" pitchFamily="50" charset="-128"/>
                <a:ea typeface="メイリオ" panose="020B0604030504040204" pitchFamily="50" charset="-128"/>
                <a:cs typeface="Times New Roman" panose="02020603050405020304" pitchFamily="18" charset="0"/>
              </a:rPr>
              <a:t>の精度で製品化</a:t>
            </a:r>
            <a:br>
              <a:rPr lang="en-US" altLang="ja-JP" dirty="0"/>
            </a:br>
            <a:endParaRPr lang="en-US" altLang="ja-JP" dirty="0"/>
          </a:p>
          <a:p>
            <a:r>
              <a:rPr lang="ja-JP" altLang="en-US" dirty="0"/>
              <a:t>　　　　　　</a:t>
            </a:r>
            <a:endParaRPr lang="en-US" altLang="ja-JP" dirty="0"/>
          </a:p>
          <a:p>
            <a:endParaRPr lang="en-US" altLang="ja-JP" dirty="0"/>
          </a:p>
        </p:txBody>
      </p:sp>
    </p:spTree>
    <p:extLst>
      <p:ext uri="{BB962C8B-B14F-4D97-AF65-F5344CB8AC3E}">
        <p14:creationId xmlns:p14="http://schemas.microsoft.com/office/powerpoint/2010/main" val="3008372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4862D-DAC7-356C-BBBF-396E63EF769B}"/>
            </a:ext>
          </a:extLst>
        </p:cNvPr>
        <p:cNvGrpSpPr/>
        <p:nvPr/>
      </p:nvGrpSpPr>
      <p:grpSpPr>
        <a:xfrm>
          <a:off x="0" y="0"/>
          <a:ext cx="0" cy="0"/>
          <a:chOff x="0" y="0"/>
          <a:chExt cx="0" cy="0"/>
        </a:xfrm>
      </p:grpSpPr>
      <p:sp>
        <p:nvSpPr>
          <p:cNvPr id="5" name="テキスト プレースホルダー 4">
            <a:extLst>
              <a:ext uri="{FF2B5EF4-FFF2-40B4-BE49-F238E27FC236}">
                <a16:creationId xmlns:a16="http://schemas.microsoft.com/office/drawing/2014/main" id="{E0F57BC9-897F-0F8A-1483-C451DEE530F7}"/>
              </a:ext>
            </a:extLst>
          </p:cNvPr>
          <p:cNvSpPr>
            <a:spLocks noGrp="1"/>
          </p:cNvSpPr>
          <p:nvPr>
            <p:ph type="body" sz="quarter" idx="14"/>
          </p:nvPr>
        </p:nvSpPr>
        <p:spPr>
          <a:xfrm>
            <a:off x="1055688" y="1203159"/>
            <a:ext cx="10655300" cy="5136024"/>
          </a:xfrm>
        </p:spPr>
        <p:txBody>
          <a:bodyPr/>
          <a:lstStyle/>
          <a:p>
            <a:pPr marL="342900" indent="-342900" defTabSz="530225">
              <a:buFont typeface="Wingdings" panose="05000000000000000000" pitchFamily="2" charset="2"/>
              <a:buChar char="n"/>
              <a:tabLst>
                <a:tab pos="530225" algn="l"/>
              </a:tabLst>
            </a:pPr>
            <a:r>
              <a:rPr lang="ja-JP" altLang="en-US" b="1" dirty="0"/>
              <a:t>動画情報を使用</a:t>
            </a:r>
            <a:br>
              <a:rPr lang="en-US" altLang="ja-JP" b="1" dirty="0"/>
            </a:br>
            <a:r>
              <a:rPr lang="ja-JP" altLang="en-US" dirty="0"/>
              <a:t>・動画から取得できる情報として、表情と音声の特徴量を利用可能</a:t>
            </a:r>
            <a:br>
              <a:rPr lang="en-US" altLang="ja-JP" dirty="0"/>
            </a:br>
            <a:r>
              <a:rPr lang="ja-JP" altLang="en-US" dirty="0"/>
              <a:t>・表情と同じように音声だけで判別モデルを構築</a:t>
            </a:r>
            <a:br>
              <a:rPr lang="en-US" altLang="ja-JP" dirty="0"/>
            </a:br>
            <a:r>
              <a:rPr lang="ja-JP" altLang="en-US" dirty="0"/>
              <a:t>・表情と音声の両方を使用したモデルを構築（音声での精度が低い場合）</a:t>
            </a:r>
            <a:endParaRPr lang="en-US" altLang="ja-JP" dirty="0"/>
          </a:p>
          <a:p>
            <a:pPr marL="342900" indent="-342900" defTabSz="530225">
              <a:buFont typeface="Wingdings" panose="05000000000000000000" pitchFamily="2" charset="2"/>
              <a:buChar char="n"/>
              <a:tabLst>
                <a:tab pos="530225" algn="l"/>
              </a:tabLst>
            </a:pPr>
            <a:r>
              <a:rPr lang="ja-JP" altLang="en-US" b="1" dirty="0"/>
              <a:t>特徴量エンジニアリング</a:t>
            </a:r>
            <a:br>
              <a:rPr lang="en-US" altLang="ja-JP" dirty="0"/>
            </a:br>
            <a:r>
              <a:rPr lang="ja-JP" altLang="en-US" dirty="0"/>
              <a:t>・表情や音声といった特徴量をどのように使用するか</a:t>
            </a:r>
            <a:br>
              <a:rPr lang="en-US" altLang="ja-JP" dirty="0"/>
            </a:br>
            <a:r>
              <a:rPr lang="ja-JP" altLang="en-US" dirty="0"/>
              <a:t>（寄与率の低い特徴量を削除、特徴量を組み合わせて新しい特徴量を作成）</a:t>
            </a:r>
            <a:endParaRPr lang="en-US" altLang="ja-JP" b="1" dirty="0"/>
          </a:p>
          <a:p>
            <a:pPr marL="342900" indent="-342900" defTabSz="530225">
              <a:buFont typeface="Wingdings" panose="05000000000000000000" pitchFamily="2" charset="2"/>
              <a:buChar char="n"/>
            </a:pPr>
            <a:r>
              <a:rPr lang="ja-JP" altLang="en-US" b="1" dirty="0"/>
              <a:t>患者の応答部分だけではなく、質問部分も使用</a:t>
            </a:r>
            <a:br>
              <a:rPr lang="en-US" altLang="ja-JP" b="1" dirty="0"/>
            </a:br>
            <a:r>
              <a:rPr lang="ja-JP" altLang="en-US" dirty="0"/>
              <a:t>・これまでは、反応潜時が遅れるという特徴から応答部分を使用していたが、</a:t>
            </a:r>
            <a:r>
              <a:rPr lang="en-US" altLang="ja-JP" dirty="0"/>
              <a:t>	</a:t>
            </a:r>
            <a:r>
              <a:rPr lang="ja-JP" altLang="en-US" dirty="0"/>
              <a:t>質問部分の使用も検討</a:t>
            </a:r>
            <a:br>
              <a:rPr lang="en-US" altLang="ja-JP" dirty="0"/>
            </a:br>
            <a:r>
              <a:rPr lang="ja-JP" altLang="en-US" dirty="0"/>
              <a:t>　（動画は患者さんと医療関係者の質疑応答場面を撮影）</a:t>
            </a:r>
            <a:br>
              <a:rPr lang="en-US" altLang="ja-JP" dirty="0"/>
            </a:br>
            <a:endParaRPr lang="en-US" altLang="ja-JP" b="1" dirty="0"/>
          </a:p>
          <a:p>
            <a:r>
              <a:rPr lang="ja-JP" altLang="en-US" dirty="0"/>
              <a:t>　　　　　　</a:t>
            </a:r>
            <a:endParaRPr lang="en-US" altLang="ja-JP" dirty="0"/>
          </a:p>
          <a:p>
            <a:endParaRPr lang="en-US" altLang="ja-JP" dirty="0"/>
          </a:p>
        </p:txBody>
      </p:sp>
      <p:sp>
        <p:nvSpPr>
          <p:cNvPr id="7" name="タイトル 6">
            <a:extLst>
              <a:ext uri="{FF2B5EF4-FFF2-40B4-BE49-F238E27FC236}">
                <a16:creationId xmlns:a16="http://schemas.microsoft.com/office/drawing/2014/main" id="{1B44CC75-D65C-A953-6B4A-662D33B9A637}"/>
              </a:ext>
            </a:extLst>
          </p:cNvPr>
          <p:cNvSpPr>
            <a:spLocks noGrp="1"/>
          </p:cNvSpPr>
          <p:nvPr>
            <p:ph type="title"/>
          </p:nvPr>
        </p:nvSpPr>
        <p:spPr>
          <a:xfrm>
            <a:off x="1055688" y="518817"/>
            <a:ext cx="10655300" cy="492443"/>
          </a:xfrm>
        </p:spPr>
        <p:txBody>
          <a:bodyPr/>
          <a:lstStyle/>
          <a:p>
            <a:r>
              <a:rPr lang="ja-JP" altLang="en-US" dirty="0"/>
              <a:t>解決方法（研究目的）</a:t>
            </a:r>
          </a:p>
        </p:txBody>
      </p:sp>
    </p:spTree>
    <p:extLst>
      <p:ext uri="{BB962C8B-B14F-4D97-AF65-F5344CB8AC3E}">
        <p14:creationId xmlns:p14="http://schemas.microsoft.com/office/powerpoint/2010/main" val="1634206475"/>
      </p:ext>
    </p:extLst>
  </p:cSld>
  <p:clrMapOvr>
    <a:masterClrMapping/>
  </p:clrMapOvr>
</p:sld>
</file>

<file path=ppt/theme/theme1.xml><?xml version="1.0" encoding="utf-8"?>
<a:theme xmlns:a="http://schemas.openxmlformats.org/drawingml/2006/main" name="1_日本語">
  <a:themeElements>
    <a:clrScheme name="ユーザー定義 5">
      <a:dk1>
        <a:srgbClr val="3C3C3C"/>
      </a:dk1>
      <a:lt1>
        <a:sysClr val="window" lastClr="FFFFFF"/>
      </a:lt1>
      <a:dk2>
        <a:srgbClr val="2C4160"/>
      </a:dk2>
      <a:lt2>
        <a:srgbClr val="C8D2CC"/>
      </a:lt2>
      <a:accent1>
        <a:srgbClr val="2C4160"/>
      </a:accent1>
      <a:accent2>
        <a:srgbClr val="009944"/>
      </a:accent2>
      <a:accent3>
        <a:srgbClr val="2C4160"/>
      </a:accent3>
      <a:accent4>
        <a:srgbClr val="7A0C36"/>
      </a:accent4>
      <a:accent5>
        <a:srgbClr val="BECD75"/>
      </a:accent5>
      <a:accent6>
        <a:srgbClr val="DFBBBA"/>
      </a:accent6>
      <a:hlink>
        <a:srgbClr val="EA3178"/>
      </a:hlink>
      <a:folHlink>
        <a:srgbClr val="A5A5A5"/>
      </a:folHlink>
    </a:clrScheme>
    <a:fontScheme name="はばたく提案書">
      <a:majorFont>
        <a:latin typeface="BIZ UDPゴシック"/>
        <a:ea typeface="BIZ UDPゴシック"/>
        <a:cs typeface=""/>
      </a:majorFont>
      <a:minorFont>
        <a:latin typeface="BIZ UDPゴシック"/>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US_template_16-9.pptx" id="{3C6433BE-7A86-4311-9590-C4DBED1049B9}" vid="{B642602C-80F6-4BFC-868B-684A301F7C1A}"/>
    </a:ext>
  </a:extLst>
</a:theme>
</file>

<file path=ppt/theme/theme2.xml><?xml version="1.0" encoding="utf-8"?>
<a:theme xmlns:a="http://schemas.openxmlformats.org/drawingml/2006/main" name="2_English">
  <a:themeElements>
    <a:clrScheme name="ユーザー定義 5">
      <a:dk1>
        <a:srgbClr val="3C3C3C"/>
      </a:dk1>
      <a:lt1>
        <a:sysClr val="window" lastClr="FFFFFF"/>
      </a:lt1>
      <a:dk2>
        <a:srgbClr val="2C4160"/>
      </a:dk2>
      <a:lt2>
        <a:srgbClr val="C8D2CC"/>
      </a:lt2>
      <a:accent1>
        <a:srgbClr val="2C4160"/>
      </a:accent1>
      <a:accent2>
        <a:srgbClr val="009944"/>
      </a:accent2>
      <a:accent3>
        <a:srgbClr val="2C4160"/>
      </a:accent3>
      <a:accent4>
        <a:srgbClr val="7A0C36"/>
      </a:accent4>
      <a:accent5>
        <a:srgbClr val="BECD75"/>
      </a:accent5>
      <a:accent6>
        <a:srgbClr val="DFBBBA"/>
      </a:accent6>
      <a:hlink>
        <a:srgbClr val="EA3178"/>
      </a:hlink>
      <a:folHlink>
        <a:srgbClr val="A5A5A5"/>
      </a:folHlink>
    </a:clrScheme>
    <a:fontScheme name="理科大英語">
      <a:majorFont>
        <a:latin typeface="Bahnschrift"/>
        <a:ea typeface="Bahnschrift"/>
        <a:cs typeface=""/>
      </a:majorFont>
      <a:minorFont>
        <a:latin typeface="Bahnschrift"/>
        <a:ea typeface="Bahnschrif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US_template_16-9.pptx" id="{3C6433BE-7A86-4311-9590-C4DBED1049B9}" vid="{FEC29B63-16D0-4461-9647-867CCB670B42}"/>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22944</TotalTime>
  <Words>664</Words>
  <Application>Microsoft Office PowerPoint</Application>
  <PresentationFormat>ワイド画面</PresentationFormat>
  <Paragraphs>49</Paragraphs>
  <Slides>3</Slides>
  <Notes>2</Notes>
  <HiddenSlides>0</HiddenSlides>
  <MMClips>0</MMClips>
  <ScaleCrop>false</ScaleCrop>
  <HeadingPairs>
    <vt:vector size="6" baseType="variant">
      <vt:variant>
        <vt:lpstr>使用されているフォント</vt:lpstr>
      </vt:variant>
      <vt:variant>
        <vt:i4>9</vt:i4>
      </vt:variant>
      <vt:variant>
        <vt:lpstr>テーマ</vt:lpstr>
      </vt:variant>
      <vt:variant>
        <vt:i4>2</vt:i4>
      </vt:variant>
      <vt:variant>
        <vt:lpstr>スライド タイトル</vt:lpstr>
      </vt:variant>
      <vt:variant>
        <vt:i4>3</vt:i4>
      </vt:variant>
    </vt:vector>
  </HeadingPairs>
  <TitlesOfParts>
    <vt:vector size="14" baseType="lpstr">
      <vt:lpstr>BIZ UDPゴシック</vt:lpstr>
      <vt:lpstr>メイリオ</vt:lpstr>
      <vt:lpstr>游ゴシック</vt:lpstr>
      <vt:lpstr>Arial</vt:lpstr>
      <vt:lpstr>Arial Black</vt:lpstr>
      <vt:lpstr>Bahnschrift</vt:lpstr>
      <vt:lpstr>Calibri</vt:lpstr>
      <vt:lpstr>Lato Light</vt:lpstr>
      <vt:lpstr>Wingdings</vt:lpstr>
      <vt:lpstr>1_日本語</vt:lpstr>
      <vt:lpstr>2_English</vt:lpstr>
      <vt:lpstr>動画情報を用いた せん妄判別モデルによる診断支援</vt:lpstr>
      <vt:lpstr>研究背景、課題抽出</vt:lpstr>
      <vt:lpstr>解決方法（研究目的）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福井　崚太</dc:creator>
  <cp:lastModifiedBy>仁保　貴耀</cp:lastModifiedBy>
  <cp:revision>71</cp:revision>
  <cp:lastPrinted>2025-01-20T01:09:14Z</cp:lastPrinted>
  <dcterms:created xsi:type="dcterms:W3CDTF">2024-10-03T08:27:04Z</dcterms:created>
  <dcterms:modified xsi:type="dcterms:W3CDTF">2026-01-07T02:57:34Z</dcterms:modified>
</cp:coreProperties>
</file>